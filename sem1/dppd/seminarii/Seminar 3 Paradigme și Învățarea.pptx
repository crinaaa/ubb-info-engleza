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65" r:id="rId6"/>
    <p:sldId id="258" r:id="rId7"/>
    <p:sldId id="257" r:id="rId8"/>
    <p:sldId id="259" r:id="rId9"/>
    <p:sldId id="260" r:id="rId10"/>
    <p:sldId id="262" r:id="rId11"/>
    <p:sldId id="264" r:id="rId12"/>
    <p:sldId id="263" r:id="rId13"/>
  </p:sldIdLst>
  <p:sldSz cx="18288000" cy="10287000"/>
  <p:notesSz cx="6858000" cy="9144000"/>
  <p:embeddedFontLst>
    <p:embeddedFont>
      <p:font typeface="Carelia" panose="020B0604020202020204" charset="0"/>
      <p:regular r:id="rId14"/>
    </p:embeddedFont>
    <p:embeddedFont>
      <p:font typeface="Dosis" pitchFamily="2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D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EB375C-FA1E-913A-D1D9-62C77805A5A3}" v="9" dt="2026-01-20T17:57:34.8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EI CIUPEI" userId="S::matei.ciupei@stud.ubbcluj.ro::385cf316-ee7f-4bf7-bc6c-84af035081c0" providerId="AD" clId="Web-{3CEB375C-FA1E-913A-D1D9-62C77805A5A3}"/>
    <pc:docChg chg="modSld">
      <pc:chgData name="MATEI CIUPEI" userId="S::matei.ciupei@stud.ubbcluj.ro::385cf316-ee7f-4bf7-bc6c-84af035081c0" providerId="AD" clId="Web-{3CEB375C-FA1E-913A-D1D9-62C77805A5A3}" dt="2026-01-20T17:57:34.847" v="5" actId="14100"/>
      <pc:docMkLst>
        <pc:docMk/>
      </pc:docMkLst>
      <pc:sldChg chg="modSp">
        <pc:chgData name="MATEI CIUPEI" userId="S::matei.ciupei@stud.ubbcluj.ro::385cf316-ee7f-4bf7-bc6c-84af035081c0" providerId="AD" clId="Web-{3CEB375C-FA1E-913A-D1D9-62C77805A5A3}" dt="2026-01-20T17:57:34.847" v="5" actId="14100"/>
        <pc:sldMkLst>
          <pc:docMk/>
          <pc:sldMk cId="0" sldId="263"/>
        </pc:sldMkLst>
        <pc:spChg chg="mod">
          <ac:chgData name="MATEI CIUPEI" userId="S::matei.ciupei@stud.ubbcluj.ro::385cf316-ee7f-4bf7-bc6c-84af035081c0" providerId="AD" clId="Web-{3CEB375C-FA1E-913A-D1D9-62C77805A5A3}" dt="2026-01-20T17:57:34.847" v="5" actId="14100"/>
          <ac:spMkLst>
            <pc:docMk/>
            <pc:sldMk cId="0" sldId="263"/>
            <ac:spMk id="9" creationId="{00000000-0000-0000-0000-000000000000}"/>
          </ac:spMkLst>
        </pc:spChg>
      </pc:sldChg>
    </pc:docChg>
  </pc:docChgLst>
  <pc:docChgLst>
    <pc:chgData name="ALINA-ALESIA CIORBEA" userId="S::alina.ciorbea@stud.ubbcluj.ro::28b89677-4683-41f3-9959-bd81c2414212" providerId="AD" clId="Web-{4111F382-004C-1257-8DDE-2CF6627B8C51}"/>
    <pc:docChg chg="modSld">
      <pc:chgData name="ALINA-ALESIA CIORBEA" userId="S::alina.ciorbea@stud.ubbcluj.ro::28b89677-4683-41f3-9959-bd81c2414212" providerId="AD" clId="Web-{4111F382-004C-1257-8DDE-2CF6627B8C51}" dt="2026-01-07T15:47:52.984" v="0" actId="1076"/>
      <pc:docMkLst>
        <pc:docMk/>
      </pc:docMkLst>
      <pc:sldChg chg="modSp">
        <pc:chgData name="ALINA-ALESIA CIORBEA" userId="S::alina.ciorbea@stud.ubbcluj.ro::28b89677-4683-41f3-9959-bd81c2414212" providerId="AD" clId="Web-{4111F382-004C-1257-8DDE-2CF6627B8C51}" dt="2026-01-07T15:47:52.984" v="0" actId="1076"/>
        <pc:sldMkLst>
          <pc:docMk/>
          <pc:sldMk cId="461792215" sldId="264"/>
        </pc:sldMkLst>
        <pc:spChg chg="mod">
          <ac:chgData name="ALINA-ALESIA CIORBEA" userId="S::alina.ciorbea@stud.ubbcluj.ro::28b89677-4683-41f3-9959-bd81c2414212" providerId="AD" clId="Web-{4111F382-004C-1257-8DDE-2CF6627B8C51}" dt="2026-01-07T15:47:52.984" v="0" actId="1076"/>
          <ac:spMkLst>
            <pc:docMk/>
            <pc:sldMk cId="461792215" sldId="264"/>
            <ac:spMk id="16" creationId="{06C98E7B-7FD0-BF4F-BF49-BA94DC22484D}"/>
          </ac:spMkLst>
        </pc:spChg>
      </pc:sldChg>
    </pc:docChg>
  </pc:docChgLst>
  <pc:docChgLst>
    <pc:chgData name="MATEI CIUPEI" userId="S::matei.ciupei@stud.ubbcluj.ro::385cf316-ee7f-4bf7-bc6c-84af035081c0" providerId="AD" clId="Web-{1F1D17CD-6780-EE52-E6A0-20C95D739723}"/>
    <pc:docChg chg="modSld">
      <pc:chgData name="MATEI CIUPEI" userId="S::matei.ciupei@stud.ubbcluj.ro::385cf316-ee7f-4bf7-bc6c-84af035081c0" providerId="AD" clId="Web-{1F1D17CD-6780-EE52-E6A0-20C95D739723}" dt="2026-01-05T17:34:10.086" v="5" actId="20577"/>
      <pc:docMkLst>
        <pc:docMk/>
      </pc:docMkLst>
      <pc:sldChg chg="modSp">
        <pc:chgData name="MATEI CIUPEI" userId="S::matei.ciupei@stud.ubbcluj.ro::385cf316-ee7f-4bf7-bc6c-84af035081c0" providerId="AD" clId="Web-{1F1D17CD-6780-EE52-E6A0-20C95D739723}" dt="2026-01-05T17:28:28.173" v="0" actId="1076"/>
        <pc:sldMkLst>
          <pc:docMk/>
          <pc:sldMk cId="0" sldId="256"/>
        </pc:sldMkLst>
        <pc:spChg chg="mod">
          <ac:chgData name="MATEI CIUPEI" userId="S::matei.ciupei@stud.ubbcluj.ro::385cf316-ee7f-4bf7-bc6c-84af035081c0" providerId="AD" clId="Web-{1F1D17CD-6780-EE52-E6A0-20C95D739723}" dt="2026-01-05T17:28:28.173" v="0" actId="1076"/>
          <ac:spMkLst>
            <pc:docMk/>
            <pc:sldMk cId="0" sldId="256"/>
            <ac:spMk id="8" creationId="{00000000-0000-0000-0000-000000000000}"/>
          </ac:spMkLst>
        </pc:spChg>
      </pc:sldChg>
      <pc:sldChg chg="modSp">
        <pc:chgData name="MATEI CIUPEI" userId="S::matei.ciupei@stud.ubbcluj.ro::385cf316-ee7f-4bf7-bc6c-84af035081c0" providerId="AD" clId="Web-{1F1D17CD-6780-EE52-E6A0-20C95D739723}" dt="2026-01-05T17:34:10.086" v="5" actId="20577"/>
        <pc:sldMkLst>
          <pc:docMk/>
          <pc:sldMk cId="0" sldId="263"/>
        </pc:sldMkLst>
        <pc:spChg chg="mod">
          <ac:chgData name="MATEI CIUPEI" userId="S::matei.ciupei@stud.ubbcluj.ro::385cf316-ee7f-4bf7-bc6c-84af035081c0" providerId="AD" clId="Web-{1F1D17CD-6780-EE52-E6A0-20C95D739723}" dt="2026-01-05T17:34:10.086" v="5" actId="20577"/>
          <ac:spMkLst>
            <pc:docMk/>
            <pc:sldMk cId="0" sldId="263"/>
            <ac:spMk id="9" creationId="{00000000-0000-0000-0000-000000000000}"/>
          </ac:spMkLst>
        </pc:spChg>
      </pc:sldChg>
    </pc:docChg>
  </pc:docChgLst>
  <pc:docChgLst>
    <pc:chgData name="IOANA NEMEȘ" userId="S::ioana.nemes@stud.ubbcluj.ro::1d5551e3-3bfb-49e6-8769-c03ffbb41d11" providerId="AD" clId="Web-{851EE6A8-53D4-4AF1-5948-8F3AD5030CB7}"/>
    <pc:docChg chg="modSld">
      <pc:chgData name="IOANA NEMEȘ" userId="S::ioana.nemes@stud.ubbcluj.ro::1d5551e3-3bfb-49e6-8769-c03ffbb41d11" providerId="AD" clId="Web-{851EE6A8-53D4-4AF1-5948-8F3AD5030CB7}" dt="2026-01-06T17:46:12.964" v="1" actId="1076"/>
      <pc:docMkLst>
        <pc:docMk/>
      </pc:docMkLst>
      <pc:sldChg chg="modSp">
        <pc:chgData name="IOANA NEMEȘ" userId="S::ioana.nemes@stud.ubbcluj.ro::1d5551e3-3bfb-49e6-8769-c03ffbb41d11" providerId="AD" clId="Web-{851EE6A8-53D4-4AF1-5948-8F3AD5030CB7}" dt="2026-01-06T17:46:12.964" v="1" actId="1076"/>
        <pc:sldMkLst>
          <pc:docMk/>
          <pc:sldMk cId="461792215" sldId="264"/>
        </pc:sldMkLst>
        <pc:grpChg chg="mod">
          <ac:chgData name="IOANA NEMEȘ" userId="S::ioana.nemes@stud.ubbcluj.ro::1d5551e3-3bfb-49e6-8769-c03ffbb41d11" providerId="AD" clId="Web-{851EE6A8-53D4-4AF1-5948-8F3AD5030CB7}" dt="2026-01-06T17:46:12.964" v="1" actId="1076"/>
          <ac:grpSpMkLst>
            <pc:docMk/>
            <pc:sldMk cId="461792215" sldId="264"/>
            <ac:grpSpMk id="6" creationId="{BE760830-7EF9-2D1B-C2BE-8940413A1640}"/>
          </ac:grpSpMkLst>
        </pc:grpChg>
      </pc:sldChg>
    </pc:docChg>
  </pc:docChgLst>
  <pc:docChgLst>
    <pc:chgData name="MATEI CIUPEI" userId="S::matei.ciupei@stud.ubbcluj.ro::385cf316-ee7f-4bf7-bc6c-84af035081c0" providerId="AD" clId="Web-{B0996B20-1EF5-2C57-7135-BDF81D2188E6}"/>
    <pc:docChg chg="modSld">
      <pc:chgData name="MATEI CIUPEI" userId="S::matei.ciupei@stud.ubbcluj.ro::385cf316-ee7f-4bf7-bc6c-84af035081c0" providerId="AD" clId="Web-{B0996B20-1EF5-2C57-7135-BDF81D2188E6}" dt="2026-01-06T08:28:27.865" v="4" actId="14100"/>
      <pc:docMkLst>
        <pc:docMk/>
      </pc:docMkLst>
      <pc:sldChg chg="modSp">
        <pc:chgData name="MATEI CIUPEI" userId="S::matei.ciupei@stud.ubbcluj.ro::385cf316-ee7f-4bf7-bc6c-84af035081c0" providerId="AD" clId="Web-{B0996B20-1EF5-2C57-7135-BDF81D2188E6}" dt="2026-01-06T08:28:27.865" v="4" actId="14100"/>
        <pc:sldMkLst>
          <pc:docMk/>
          <pc:sldMk cId="0" sldId="263"/>
        </pc:sldMkLst>
        <pc:spChg chg="mod">
          <ac:chgData name="MATEI CIUPEI" userId="S::matei.ciupei@stud.ubbcluj.ro::385cf316-ee7f-4bf7-bc6c-84af035081c0" providerId="AD" clId="Web-{B0996B20-1EF5-2C57-7135-BDF81D2188E6}" dt="2026-01-06T08:28:27.865" v="4" actId="14100"/>
          <ac:spMkLst>
            <pc:docMk/>
            <pc:sldMk cId="0" sldId="263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YIEt6TrjJXw&amp;feature=emb_logo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youtube.com/watch?v=jd7Jdug5SRc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10" Type="http://schemas.openxmlformats.org/officeDocument/2006/relationships/hyperlink" Target="https://www.youtube.com/watch?v=PRdCowYEtAg" TargetMode="External"/><Relationship Id="rId4" Type="http://schemas.openxmlformats.org/officeDocument/2006/relationships/image" Target="../media/image3.svg"/><Relationship Id="rId9" Type="http://schemas.openxmlformats.org/officeDocument/2006/relationships/hyperlink" Target="https://www.youtube.com/watch?v=iDjnZ89O07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663033" y="6195861"/>
            <a:ext cx="6914093" cy="5028432"/>
          </a:xfrm>
          <a:custGeom>
            <a:avLst/>
            <a:gdLst/>
            <a:ahLst/>
            <a:cxnLst/>
            <a:rect l="l" t="t" r="r" b="b"/>
            <a:pathLst>
              <a:path w="6914093" h="5028432">
                <a:moveTo>
                  <a:pt x="0" y="0"/>
                </a:moveTo>
                <a:lnTo>
                  <a:pt x="6914093" y="0"/>
                </a:lnTo>
                <a:lnTo>
                  <a:pt x="6914093" y="5028431"/>
                </a:lnTo>
                <a:lnTo>
                  <a:pt x="0" y="50284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661979" y="4153649"/>
            <a:ext cx="11835175" cy="1979702"/>
          </a:xfrm>
          <a:custGeom>
            <a:avLst/>
            <a:gdLst/>
            <a:ahLst/>
            <a:cxnLst/>
            <a:rect l="l" t="t" r="r" b="b"/>
            <a:pathLst>
              <a:path w="11835175" h="1979702">
                <a:moveTo>
                  <a:pt x="0" y="0"/>
                </a:moveTo>
                <a:lnTo>
                  <a:pt x="11835175" y="0"/>
                </a:lnTo>
                <a:lnTo>
                  <a:pt x="11835175" y="1979702"/>
                </a:lnTo>
                <a:lnTo>
                  <a:pt x="0" y="19797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191843" y="3341211"/>
            <a:ext cx="12212547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Seminar Psihologia Educației</a:t>
            </a:r>
          </a:p>
        </p:txBody>
      </p:sp>
      <p:sp>
        <p:nvSpPr>
          <p:cNvPr id="6" name="Freeform 6"/>
          <p:cNvSpPr/>
          <p:nvPr/>
        </p:nvSpPr>
        <p:spPr>
          <a:xfrm>
            <a:off x="12456379" y="5404911"/>
            <a:ext cx="8246933" cy="6247677"/>
          </a:xfrm>
          <a:custGeom>
            <a:avLst/>
            <a:gdLst/>
            <a:ahLst/>
            <a:cxnLst/>
            <a:rect l="l" t="t" r="r" b="b"/>
            <a:pathLst>
              <a:path w="8246933" h="6247677">
                <a:moveTo>
                  <a:pt x="0" y="0"/>
                </a:moveTo>
                <a:lnTo>
                  <a:pt x="8246933" y="0"/>
                </a:lnTo>
                <a:lnTo>
                  <a:pt x="8246933" y="6247677"/>
                </a:lnTo>
                <a:lnTo>
                  <a:pt x="0" y="62476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308980" y="-1652824"/>
            <a:ext cx="8905028" cy="5575060"/>
          </a:xfrm>
          <a:custGeom>
            <a:avLst/>
            <a:gdLst/>
            <a:ahLst/>
            <a:cxnLst/>
            <a:rect l="l" t="t" r="r" b="b"/>
            <a:pathLst>
              <a:path w="8905028" h="5575060">
                <a:moveTo>
                  <a:pt x="0" y="0"/>
                </a:moveTo>
                <a:lnTo>
                  <a:pt x="8905029" y="0"/>
                </a:lnTo>
                <a:lnTo>
                  <a:pt x="8905029" y="5575060"/>
                </a:lnTo>
                <a:lnTo>
                  <a:pt x="0" y="55750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8104154">
            <a:off x="-8459983" y="492404"/>
            <a:ext cx="5243739" cy="7338566"/>
          </a:xfrm>
          <a:custGeom>
            <a:avLst/>
            <a:gdLst/>
            <a:ahLst/>
            <a:cxnLst/>
            <a:rect l="l" t="t" r="r" b="b"/>
            <a:pathLst>
              <a:path w="5243739" h="7338566">
                <a:moveTo>
                  <a:pt x="0" y="0"/>
                </a:moveTo>
                <a:lnTo>
                  <a:pt x="5243739" y="0"/>
                </a:lnTo>
                <a:lnTo>
                  <a:pt x="5243739" y="7338565"/>
                </a:lnTo>
                <a:lnTo>
                  <a:pt x="0" y="73385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523248" y="8452549"/>
            <a:ext cx="6639489" cy="126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2"/>
              </a:lnSpc>
            </a:pPr>
            <a:r>
              <a:rPr lang="en-US" sz="3594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Drd</a:t>
            </a:r>
            <a:r>
              <a:rPr lang="en-US" sz="3594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. </a:t>
            </a:r>
            <a:r>
              <a:rPr lang="en-US" sz="3594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Miheș</a:t>
            </a:r>
            <a:r>
              <a:rPr lang="en-US" sz="3594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Mihai</a:t>
            </a:r>
          </a:p>
          <a:p>
            <a:pPr algn="ctr">
              <a:lnSpc>
                <a:spcPts val="5032"/>
              </a:lnSpc>
            </a:pPr>
            <a:r>
              <a:rPr lang="en-US" sz="3594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mihaimihes@psychology.ro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65872" y="4635848"/>
            <a:ext cx="10850017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ro-RO" sz="600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Paradigme și Î</a:t>
            </a:r>
            <a:r>
              <a:rPr lang="en-US" sz="6000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nvățarea</a:t>
            </a:r>
            <a:endParaRPr lang="en-US" sz="6000">
              <a:solidFill>
                <a:srgbClr val="01070A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65E33-5678-8EC2-D727-DBC677447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DCFCFF8-9E2E-84E1-4028-9843488A30F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8679A78-6BDB-7A40-7F1E-D8B554F6FCE6}"/>
              </a:ext>
            </a:extLst>
          </p:cNvPr>
          <p:cNvGrpSpPr/>
          <p:nvPr/>
        </p:nvGrpSpPr>
        <p:grpSpPr>
          <a:xfrm rot="93123">
            <a:off x="2244226" y="1467293"/>
            <a:ext cx="13118097" cy="8000329"/>
            <a:chOff x="0" y="0"/>
            <a:chExt cx="4021842" cy="245279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D3F3066-8CEA-A478-F695-C1DAE2CA0B58}"/>
                </a:ext>
              </a:extLst>
            </p:cNvPr>
            <p:cNvSpPr/>
            <p:nvPr/>
          </p:nvSpPr>
          <p:spPr>
            <a:xfrm>
              <a:off x="0" y="0"/>
              <a:ext cx="4021842" cy="2452800"/>
            </a:xfrm>
            <a:custGeom>
              <a:avLst/>
              <a:gdLst/>
              <a:ahLst/>
              <a:cxnLst/>
              <a:rect l="l" t="t" r="r" b="b"/>
              <a:pathLst>
                <a:path w="4021842" h="2452800">
                  <a:moveTo>
                    <a:pt x="15344" y="0"/>
                  </a:moveTo>
                  <a:lnTo>
                    <a:pt x="4006497" y="0"/>
                  </a:lnTo>
                  <a:cubicBezTo>
                    <a:pt x="4010567" y="0"/>
                    <a:pt x="4014470" y="1617"/>
                    <a:pt x="4017347" y="4494"/>
                  </a:cubicBezTo>
                  <a:cubicBezTo>
                    <a:pt x="4020225" y="7372"/>
                    <a:pt x="4021842" y="11275"/>
                    <a:pt x="4021842" y="15344"/>
                  </a:cubicBezTo>
                  <a:lnTo>
                    <a:pt x="4021842" y="2437455"/>
                  </a:lnTo>
                  <a:cubicBezTo>
                    <a:pt x="4021842" y="2441525"/>
                    <a:pt x="4020225" y="2445428"/>
                    <a:pt x="4017347" y="2448305"/>
                  </a:cubicBezTo>
                  <a:cubicBezTo>
                    <a:pt x="4014470" y="2451183"/>
                    <a:pt x="4010567" y="2452800"/>
                    <a:pt x="4006497" y="2452800"/>
                  </a:cubicBezTo>
                  <a:lnTo>
                    <a:pt x="15344" y="2452800"/>
                  </a:lnTo>
                  <a:cubicBezTo>
                    <a:pt x="11275" y="2452800"/>
                    <a:pt x="7372" y="2451183"/>
                    <a:pt x="4494" y="2448305"/>
                  </a:cubicBezTo>
                  <a:cubicBezTo>
                    <a:pt x="1617" y="2445428"/>
                    <a:pt x="0" y="2441525"/>
                    <a:pt x="0" y="2437455"/>
                  </a:cubicBezTo>
                  <a:lnTo>
                    <a:pt x="0" y="15344"/>
                  </a:lnTo>
                  <a:cubicBezTo>
                    <a:pt x="0" y="11275"/>
                    <a:pt x="1617" y="7372"/>
                    <a:pt x="4494" y="4494"/>
                  </a:cubicBezTo>
                  <a:cubicBezTo>
                    <a:pt x="7372" y="1617"/>
                    <a:pt x="11275" y="0"/>
                    <a:pt x="15344" y="0"/>
                  </a:cubicBez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74BB7E0-C1BB-D02A-953F-DA6343B171B1}"/>
                </a:ext>
              </a:extLst>
            </p:cNvPr>
            <p:cNvSpPr txBox="1"/>
            <p:nvPr/>
          </p:nvSpPr>
          <p:spPr>
            <a:xfrm>
              <a:off x="0" y="-47625"/>
              <a:ext cx="4021842" cy="2500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7035042-C3B7-864A-3280-A5FA413DDBBB}"/>
              </a:ext>
            </a:extLst>
          </p:cNvPr>
          <p:cNvGrpSpPr/>
          <p:nvPr/>
        </p:nvGrpSpPr>
        <p:grpSpPr>
          <a:xfrm>
            <a:off x="2225464" y="1291107"/>
            <a:ext cx="12819264" cy="8334250"/>
            <a:chOff x="0" y="0"/>
            <a:chExt cx="3930223" cy="255517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8CC5E98-E321-1B3A-4C1D-BB748091135B}"/>
                </a:ext>
              </a:extLst>
            </p:cNvPr>
            <p:cNvSpPr/>
            <p:nvPr/>
          </p:nvSpPr>
          <p:spPr>
            <a:xfrm>
              <a:off x="0" y="0"/>
              <a:ext cx="3930224" cy="2555175"/>
            </a:xfrm>
            <a:custGeom>
              <a:avLst/>
              <a:gdLst/>
              <a:ahLst/>
              <a:cxnLst/>
              <a:rect l="l" t="t" r="r" b="b"/>
              <a:pathLst>
                <a:path w="3930224" h="2555175">
                  <a:moveTo>
                    <a:pt x="6643" y="0"/>
                  </a:moveTo>
                  <a:lnTo>
                    <a:pt x="3923580" y="0"/>
                  </a:lnTo>
                  <a:cubicBezTo>
                    <a:pt x="3927249" y="0"/>
                    <a:pt x="3930224" y="2974"/>
                    <a:pt x="3930224" y="6643"/>
                  </a:cubicBezTo>
                  <a:lnTo>
                    <a:pt x="3930224" y="2548532"/>
                  </a:lnTo>
                  <a:cubicBezTo>
                    <a:pt x="3930224" y="2552201"/>
                    <a:pt x="3927249" y="2555175"/>
                    <a:pt x="3923580" y="2555175"/>
                  </a:cubicBezTo>
                  <a:lnTo>
                    <a:pt x="6643" y="2555175"/>
                  </a:lnTo>
                  <a:cubicBezTo>
                    <a:pt x="2974" y="2555175"/>
                    <a:pt x="0" y="2552201"/>
                    <a:pt x="0" y="2548532"/>
                  </a:cubicBezTo>
                  <a:lnTo>
                    <a:pt x="0" y="6643"/>
                  </a:lnTo>
                  <a:cubicBezTo>
                    <a:pt x="0" y="2974"/>
                    <a:pt x="2974" y="0"/>
                    <a:pt x="664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F5A9129-9D69-A7A8-3630-148649A1CC77}"/>
                </a:ext>
              </a:extLst>
            </p:cNvPr>
            <p:cNvSpPr txBox="1"/>
            <p:nvPr/>
          </p:nvSpPr>
          <p:spPr>
            <a:xfrm>
              <a:off x="0" y="-114300"/>
              <a:ext cx="3930223" cy="266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84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C47F28B3-293D-D5A5-021D-3F9AAB96D494}"/>
              </a:ext>
            </a:extLst>
          </p:cNvPr>
          <p:cNvSpPr/>
          <p:nvPr/>
        </p:nvSpPr>
        <p:spPr>
          <a:xfrm rot="-117286">
            <a:off x="12481505" y="1156774"/>
            <a:ext cx="3828638" cy="4509103"/>
          </a:xfrm>
          <a:custGeom>
            <a:avLst/>
            <a:gdLst/>
            <a:ahLst/>
            <a:cxnLst/>
            <a:rect l="l" t="t" r="r" b="b"/>
            <a:pathLst>
              <a:path w="3828638" h="4509103">
                <a:moveTo>
                  <a:pt x="0" y="0"/>
                </a:moveTo>
                <a:lnTo>
                  <a:pt x="3828638" y="0"/>
                </a:lnTo>
                <a:lnTo>
                  <a:pt x="3828638" y="4509103"/>
                </a:lnTo>
                <a:lnTo>
                  <a:pt x="0" y="45091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74F60C4-6E42-6D6C-F9D6-563DC8A1402E}"/>
              </a:ext>
            </a:extLst>
          </p:cNvPr>
          <p:cNvSpPr/>
          <p:nvPr/>
        </p:nvSpPr>
        <p:spPr>
          <a:xfrm>
            <a:off x="2225464" y="239562"/>
            <a:ext cx="1239167" cy="1189600"/>
          </a:xfrm>
          <a:custGeom>
            <a:avLst/>
            <a:gdLst/>
            <a:ahLst/>
            <a:cxnLst/>
            <a:rect l="l" t="t" r="r" b="b"/>
            <a:pathLst>
              <a:path w="1239167" h="1189600">
                <a:moveTo>
                  <a:pt x="0" y="0"/>
                </a:moveTo>
                <a:lnTo>
                  <a:pt x="1239167" y="0"/>
                </a:lnTo>
                <a:lnTo>
                  <a:pt x="1239167" y="1189600"/>
                </a:lnTo>
                <a:lnTo>
                  <a:pt x="0" y="118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ECB1A3A-9BB8-40DC-423E-649DBFED699A}"/>
              </a:ext>
            </a:extLst>
          </p:cNvPr>
          <p:cNvSpPr txBox="1"/>
          <p:nvPr/>
        </p:nvSpPr>
        <p:spPr>
          <a:xfrm>
            <a:off x="3178043" y="1305337"/>
            <a:ext cx="8894674" cy="108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65"/>
              </a:lnSpc>
              <a:spcBef>
                <a:spcPct val="0"/>
              </a:spcBef>
            </a:pPr>
            <a:r>
              <a:rPr lang="en-US" sz="6332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Behaviorism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D79C9D6-EFD0-30BD-78ED-7CA7E90421AC}"/>
              </a:ext>
            </a:extLst>
          </p:cNvPr>
          <p:cNvSpPr txBox="1"/>
          <p:nvPr/>
        </p:nvSpPr>
        <p:spPr>
          <a:xfrm>
            <a:off x="7517936" y="3772425"/>
            <a:ext cx="2088099" cy="981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 err="1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Pavl</a:t>
            </a:r>
            <a:r>
              <a:rPr lang="ro-RO" sz="600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o</a:t>
            </a:r>
            <a:r>
              <a:rPr lang="en-US" sz="600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v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AFC9E7B-631B-667D-D058-B1508526D13C}"/>
              </a:ext>
            </a:extLst>
          </p:cNvPr>
          <p:cNvSpPr txBox="1"/>
          <p:nvPr/>
        </p:nvSpPr>
        <p:spPr>
          <a:xfrm>
            <a:off x="6421985" y="4991100"/>
            <a:ext cx="4081663" cy="209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 err="1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Condiționarea</a:t>
            </a:r>
            <a:r>
              <a:rPr lang="en-US" sz="600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6000" err="1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clasică</a:t>
            </a:r>
            <a:endParaRPr lang="en-US" sz="6000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  <p:extLst>
      <p:ext uri="{BB962C8B-B14F-4D97-AF65-F5344CB8AC3E}">
        <p14:creationId xmlns:p14="http://schemas.microsoft.com/office/powerpoint/2010/main" val="3536761976"/>
      </p:ext>
    </p:extLst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57225" cap="sq">
              <a:solidFill>
                <a:srgbClr val="1E3F48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034458" y="10287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 rot="93123">
            <a:off x="2244226" y="1467293"/>
            <a:ext cx="13118097" cy="8000329"/>
            <a:chOff x="0" y="0"/>
            <a:chExt cx="4021842" cy="24527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21842" cy="2452800"/>
            </a:xfrm>
            <a:custGeom>
              <a:avLst/>
              <a:gdLst/>
              <a:ahLst/>
              <a:cxnLst/>
              <a:rect l="l" t="t" r="r" b="b"/>
              <a:pathLst>
                <a:path w="4021842" h="2452800">
                  <a:moveTo>
                    <a:pt x="15344" y="0"/>
                  </a:moveTo>
                  <a:lnTo>
                    <a:pt x="4006497" y="0"/>
                  </a:lnTo>
                  <a:cubicBezTo>
                    <a:pt x="4010567" y="0"/>
                    <a:pt x="4014470" y="1617"/>
                    <a:pt x="4017347" y="4494"/>
                  </a:cubicBezTo>
                  <a:cubicBezTo>
                    <a:pt x="4020225" y="7372"/>
                    <a:pt x="4021842" y="11275"/>
                    <a:pt x="4021842" y="15344"/>
                  </a:cubicBezTo>
                  <a:lnTo>
                    <a:pt x="4021842" y="2437455"/>
                  </a:lnTo>
                  <a:cubicBezTo>
                    <a:pt x="4021842" y="2441525"/>
                    <a:pt x="4020225" y="2445428"/>
                    <a:pt x="4017347" y="2448305"/>
                  </a:cubicBezTo>
                  <a:cubicBezTo>
                    <a:pt x="4014470" y="2451183"/>
                    <a:pt x="4010567" y="2452800"/>
                    <a:pt x="4006497" y="2452800"/>
                  </a:cubicBezTo>
                  <a:lnTo>
                    <a:pt x="15344" y="2452800"/>
                  </a:lnTo>
                  <a:cubicBezTo>
                    <a:pt x="11275" y="2452800"/>
                    <a:pt x="7372" y="2451183"/>
                    <a:pt x="4494" y="2448305"/>
                  </a:cubicBezTo>
                  <a:cubicBezTo>
                    <a:pt x="1617" y="2445428"/>
                    <a:pt x="0" y="2441525"/>
                    <a:pt x="0" y="2437455"/>
                  </a:cubicBezTo>
                  <a:lnTo>
                    <a:pt x="0" y="15344"/>
                  </a:lnTo>
                  <a:cubicBezTo>
                    <a:pt x="0" y="11275"/>
                    <a:pt x="1617" y="7372"/>
                    <a:pt x="4494" y="4494"/>
                  </a:cubicBezTo>
                  <a:cubicBezTo>
                    <a:pt x="7372" y="1617"/>
                    <a:pt x="11275" y="0"/>
                    <a:pt x="15344" y="0"/>
                  </a:cubicBez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021842" cy="2500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225464" y="1291107"/>
            <a:ext cx="12819264" cy="8334250"/>
            <a:chOff x="0" y="0"/>
            <a:chExt cx="3930223" cy="25551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30224" cy="2555175"/>
            </a:xfrm>
            <a:custGeom>
              <a:avLst/>
              <a:gdLst/>
              <a:ahLst/>
              <a:cxnLst/>
              <a:rect l="l" t="t" r="r" b="b"/>
              <a:pathLst>
                <a:path w="3930224" h="2555175">
                  <a:moveTo>
                    <a:pt x="6643" y="0"/>
                  </a:moveTo>
                  <a:lnTo>
                    <a:pt x="3923580" y="0"/>
                  </a:lnTo>
                  <a:cubicBezTo>
                    <a:pt x="3927249" y="0"/>
                    <a:pt x="3930224" y="2974"/>
                    <a:pt x="3930224" y="6643"/>
                  </a:cubicBezTo>
                  <a:lnTo>
                    <a:pt x="3930224" y="2548532"/>
                  </a:lnTo>
                  <a:cubicBezTo>
                    <a:pt x="3930224" y="2552201"/>
                    <a:pt x="3927249" y="2555175"/>
                    <a:pt x="3923580" y="2555175"/>
                  </a:cubicBezTo>
                  <a:lnTo>
                    <a:pt x="6643" y="2555175"/>
                  </a:lnTo>
                  <a:cubicBezTo>
                    <a:pt x="2974" y="2555175"/>
                    <a:pt x="0" y="2552201"/>
                    <a:pt x="0" y="2548532"/>
                  </a:cubicBezTo>
                  <a:lnTo>
                    <a:pt x="0" y="6643"/>
                  </a:lnTo>
                  <a:cubicBezTo>
                    <a:pt x="0" y="2974"/>
                    <a:pt x="2974" y="0"/>
                    <a:pt x="664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114300"/>
              <a:ext cx="3930223" cy="266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84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117286">
            <a:off x="12481505" y="1156774"/>
            <a:ext cx="3828638" cy="4509103"/>
          </a:xfrm>
          <a:custGeom>
            <a:avLst/>
            <a:gdLst/>
            <a:ahLst/>
            <a:cxnLst/>
            <a:rect l="l" t="t" r="r" b="b"/>
            <a:pathLst>
              <a:path w="3828638" h="4509103">
                <a:moveTo>
                  <a:pt x="0" y="0"/>
                </a:moveTo>
                <a:lnTo>
                  <a:pt x="3828638" y="0"/>
                </a:lnTo>
                <a:lnTo>
                  <a:pt x="3828638" y="4509103"/>
                </a:lnTo>
                <a:lnTo>
                  <a:pt x="0" y="45091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225464" y="239562"/>
            <a:ext cx="1239167" cy="1189600"/>
          </a:xfrm>
          <a:custGeom>
            <a:avLst/>
            <a:gdLst/>
            <a:ahLst/>
            <a:cxnLst/>
            <a:rect l="l" t="t" r="r" b="b"/>
            <a:pathLst>
              <a:path w="1239167" h="1189600">
                <a:moveTo>
                  <a:pt x="0" y="0"/>
                </a:moveTo>
                <a:lnTo>
                  <a:pt x="1239167" y="0"/>
                </a:lnTo>
                <a:lnTo>
                  <a:pt x="1239167" y="1189600"/>
                </a:lnTo>
                <a:lnTo>
                  <a:pt x="0" y="118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178043" y="1305337"/>
            <a:ext cx="8894674" cy="108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65"/>
              </a:lnSpc>
              <a:spcBef>
                <a:spcPct val="0"/>
              </a:spcBef>
            </a:pPr>
            <a:r>
              <a:rPr lang="en-US" sz="6332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Behaviorism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62634" y="3087318"/>
            <a:ext cx="2226588" cy="98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 u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Skinner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31700" y="3087318"/>
            <a:ext cx="2088099" cy="981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 err="1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Pavl</a:t>
            </a:r>
            <a:r>
              <a:rPr lang="ro-RO" sz="600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o</a:t>
            </a:r>
            <a:r>
              <a:rPr lang="en-US" sz="600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v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17412" y="6668193"/>
            <a:ext cx="2187773" cy="98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Watson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00609" y="7887908"/>
            <a:ext cx="342138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6000" err="1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Micul</a:t>
            </a:r>
            <a:r>
              <a:rPr lang="en-US" sz="600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 Albert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35749" y="4305993"/>
            <a:ext cx="4081663" cy="209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 err="1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Condiționarea</a:t>
            </a:r>
            <a:r>
              <a:rPr lang="en-US" sz="600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6000" err="1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clasică</a:t>
            </a:r>
            <a:endParaRPr lang="en-US" sz="6000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635096" y="4305993"/>
            <a:ext cx="4081663" cy="209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 err="1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Condiționarea</a:t>
            </a:r>
            <a:r>
              <a:rPr lang="en-US" sz="600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6000" err="1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operantă</a:t>
            </a:r>
            <a:endParaRPr lang="en-US" sz="6000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57225" cap="sq">
              <a:solidFill>
                <a:srgbClr val="1E3F48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665096" y="826931"/>
            <a:ext cx="12957807" cy="8633139"/>
          </a:xfrm>
          <a:custGeom>
            <a:avLst/>
            <a:gdLst/>
            <a:ahLst/>
            <a:cxnLst/>
            <a:rect l="l" t="t" r="r" b="b"/>
            <a:pathLst>
              <a:path w="12957807" h="8633139">
                <a:moveTo>
                  <a:pt x="0" y="0"/>
                </a:moveTo>
                <a:lnTo>
                  <a:pt x="12957808" y="0"/>
                </a:lnTo>
                <a:lnTo>
                  <a:pt x="12957808" y="8633138"/>
                </a:lnTo>
                <a:lnTo>
                  <a:pt x="0" y="86331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18968" y="2052318"/>
            <a:ext cx="14650064" cy="7379489"/>
            <a:chOff x="0" y="0"/>
            <a:chExt cx="4491524" cy="22624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91524" cy="2262458"/>
            </a:xfrm>
            <a:custGeom>
              <a:avLst/>
              <a:gdLst/>
              <a:ahLst/>
              <a:cxnLst/>
              <a:rect l="l" t="t" r="r" b="b"/>
              <a:pathLst>
                <a:path w="4491524" h="2262458">
                  <a:moveTo>
                    <a:pt x="5813" y="0"/>
                  </a:moveTo>
                  <a:lnTo>
                    <a:pt x="4485710" y="0"/>
                  </a:lnTo>
                  <a:cubicBezTo>
                    <a:pt x="4487252" y="0"/>
                    <a:pt x="4488731" y="612"/>
                    <a:pt x="4489821" y="1703"/>
                  </a:cubicBezTo>
                  <a:cubicBezTo>
                    <a:pt x="4490911" y="2793"/>
                    <a:pt x="4491524" y="4271"/>
                    <a:pt x="4491524" y="5813"/>
                  </a:cubicBezTo>
                  <a:lnTo>
                    <a:pt x="4491524" y="2256645"/>
                  </a:lnTo>
                  <a:cubicBezTo>
                    <a:pt x="4491524" y="2258187"/>
                    <a:pt x="4490911" y="2259665"/>
                    <a:pt x="4489821" y="2260755"/>
                  </a:cubicBezTo>
                  <a:cubicBezTo>
                    <a:pt x="4488731" y="2261845"/>
                    <a:pt x="4487252" y="2262458"/>
                    <a:pt x="4485710" y="2262458"/>
                  </a:cubicBezTo>
                  <a:lnTo>
                    <a:pt x="5813" y="2262458"/>
                  </a:lnTo>
                  <a:cubicBezTo>
                    <a:pt x="4271" y="2262458"/>
                    <a:pt x="2793" y="2261845"/>
                    <a:pt x="1703" y="2260755"/>
                  </a:cubicBezTo>
                  <a:cubicBezTo>
                    <a:pt x="612" y="2259665"/>
                    <a:pt x="0" y="2258187"/>
                    <a:pt x="0" y="2256645"/>
                  </a:cubicBezTo>
                  <a:lnTo>
                    <a:pt x="0" y="5813"/>
                  </a:lnTo>
                  <a:cubicBezTo>
                    <a:pt x="0" y="4271"/>
                    <a:pt x="612" y="2793"/>
                    <a:pt x="1703" y="1703"/>
                  </a:cubicBezTo>
                  <a:cubicBezTo>
                    <a:pt x="2793" y="612"/>
                    <a:pt x="4271" y="0"/>
                    <a:pt x="58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491524" cy="2310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949557" y="7889359"/>
            <a:ext cx="3584090" cy="3192451"/>
          </a:xfrm>
          <a:custGeom>
            <a:avLst/>
            <a:gdLst/>
            <a:ahLst/>
            <a:cxnLst/>
            <a:rect l="l" t="t" r="r" b="b"/>
            <a:pathLst>
              <a:path w="3584090" h="3192451">
                <a:moveTo>
                  <a:pt x="0" y="0"/>
                </a:moveTo>
                <a:lnTo>
                  <a:pt x="3584089" y="0"/>
                </a:lnTo>
                <a:lnTo>
                  <a:pt x="3584089" y="3192451"/>
                </a:lnTo>
                <a:lnTo>
                  <a:pt x="0" y="31924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437982">
            <a:off x="15679085" y="34456"/>
            <a:ext cx="3160431" cy="3028267"/>
          </a:xfrm>
          <a:custGeom>
            <a:avLst/>
            <a:gdLst/>
            <a:ahLst/>
            <a:cxnLst/>
            <a:rect l="l" t="t" r="r" b="b"/>
            <a:pathLst>
              <a:path w="3160431" h="3028267">
                <a:moveTo>
                  <a:pt x="0" y="0"/>
                </a:moveTo>
                <a:lnTo>
                  <a:pt x="3160430" y="0"/>
                </a:lnTo>
                <a:lnTo>
                  <a:pt x="3160430" y="3028267"/>
                </a:lnTo>
                <a:lnTo>
                  <a:pt x="0" y="30282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4" name="CasetăText 23">
            <a:extLst>
              <a:ext uri="{FF2B5EF4-FFF2-40B4-BE49-F238E27FC236}">
                <a16:creationId xmlns:a16="http://schemas.microsoft.com/office/drawing/2014/main" id="{B8D015D1-03DF-0EF3-AF8F-95A6CAA531C5}"/>
              </a:ext>
            </a:extLst>
          </p:cNvPr>
          <p:cNvSpPr txBox="1"/>
          <p:nvPr/>
        </p:nvSpPr>
        <p:spPr>
          <a:xfrm>
            <a:off x="2133600" y="5578614"/>
            <a:ext cx="3156667" cy="7078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ro-RO" sz="4000">
                <a:latin typeface="Dosis" pitchFamily="2" charset="0"/>
              </a:rPr>
              <a:t>Comportament</a:t>
            </a:r>
            <a:endParaRPr lang="en-GB" sz="4000">
              <a:latin typeface="Dosis" pitchFamily="2" charset="0"/>
            </a:endParaRPr>
          </a:p>
        </p:txBody>
      </p:sp>
      <p:sp>
        <p:nvSpPr>
          <p:cNvPr id="25" name="CasetăText 24">
            <a:extLst>
              <a:ext uri="{FF2B5EF4-FFF2-40B4-BE49-F238E27FC236}">
                <a16:creationId xmlns:a16="http://schemas.microsoft.com/office/drawing/2014/main" id="{DFEC6458-7204-7AE7-2E84-5EAF9B903930}"/>
              </a:ext>
            </a:extLst>
          </p:cNvPr>
          <p:cNvSpPr txBox="1"/>
          <p:nvPr/>
        </p:nvSpPr>
        <p:spPr>
          <a:xfrm>
            <a:off x="6901733" y="3978414"/>
            <a:ext cx="3156667" cy="707886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ro-RO" sz="4000">
                <a:latin typeface="Dosis" pitchFamily="2" charset="0"/>
              </a:rPr>
              <a:t>Întărire</a:t>
            </a:r>
            <a:endParaRPr lang="en-GB" sz="4000">
              <a:latin typeface="Dosis" pitchFamily="2" charset="0"/>
            </a:endParaRPr>
          </a:p>
        </p:txBody>
      </p:sp>
      <p:sp>
        <p:nvSpPr>
          <p:cNvPr id="26" name="CasetăText 25">
            <a:extLst>
              <a:ext uri="{FF2B5EF4-FFF2-40B4-BE49-F238E27FC236}">
                <a16:creationId xmlns:a16="http://schemas.microsoft.com/office/drawing/2014/main" id="{10E60E92-1377-6932-C17B-B910D9071DF8}"/>
              </a:ext>
            </a:extLst>
          </p:cNvPr>
          <p:cNvSpPr txBox="1"/>
          <p:nvPr/>
        </p:nvSpPr>
        <p:spPr>
          <a:xfrm>
            <a:off x="6749333" y="7178814"/>
            <a:ext cx="3156667" cy="707886"/>
          </a:xfrm>
          <a:prstGeom prst="rect">
            <a:avLst/>
          </a:prstGeom>
          <a:solidFill>
            <a:srgbClr val="FF5D5D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ro-RO" sz="4000">
                <a:latin typeface="Dosis" pitchFamily="2" charset="0"/>
              </a:rPr>
              <a:t>Pedeapsă</a:t>
            </a:r>
            <a:endParaRPr lang="en-GB" sz="4000">
              <a:latin typeface="Dosis" pitchFamily="2" charset="0"/>
            </a:endParaRPr>
          </a:p>
        </p:txBody>
      </p:sp>
      <p:sp>
        <p:nvSpPr>
          <p:cNvPr id="27" name="CasetăText 26">
            <a:extLst>
              <a:ext uri="{FF2B5EF4-FFF2-40B4-BE49-F238E27FC236}">
                <a16:creationId xmlns:a16="http://schemas.microsoft.com/office/drawing/2014/main" id="{A3217ED8-D4DE-0DD5-E504-7290FB16A88E}"/>
              </a:ext>
            </a:extLst>
          </p:cNvPr>
          <p:cNvSpPr txBox="1"/>
          <p:nvPr/>
        </p:nvSpPr>
        <p:spPr>
          <a:xfrm>
            <a:off x="12106454" y="2482267"/>
            <a:ext cx="3156667" cy="707886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ro-RO" sz="4000">
                <a:latin typeface="Dosis" pitchFamily="2" charset="0"/>
              </a:rPr>
              <a:t>Pozitivă</a:t>
            </a:r>
            <a:endParaRPr lang="en-GB" sz="4000">
              <a:latin typeface="Dosis" pitchFamily="2" charset="0"/>
            </a:endParaRPr>
          </a:p>
        </p:txBody>
      </p:sp>
      <p:sp>
        <p:nvSpPr>
          <p:cNvPr id="28" name="CasetăText 27">
            <a:extLst>
              <a:ext uri="{FF2B5EF4-FFF2-40B4-BE49-F238E27FC236}">
                <a16:creationId xmlns:a16="http://schemas.microsoft.com/office/drawing/2014/main" id="{2C1E0855-3085-809F-DBBD-F621729ED384}"/>
              </a:ext>
            </a:extLst>
          </p:cNvPr>
          <p:cNvSpPr txBox="1"/>
          <p:nvPr/>
        </p:nvSpPr>
        <p:spPr>
          <a:xfrm>
            <a:off x="12106453" y="4405520"/>
            <a:ext cx="3156667" cy="707886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ro-RO" sz="4000">
                <a:latin typeface="Dosis" pitchFamily="2" charset="0"/>
              </a:rPr>
              <a:t>Negativă</a:t>
            </a:r>
            <a:endParaRPr lang="en-GB" sz="4000">
              <a:latin typeface="Dosis" pitchFamily="2" charset="0"/>
            </a:endParaRPr>
          </a:p>
        </p:txBody>
      </p:sp>
      <p:sp>
        <p:nvSpPr>
          <p:cNvPr id="29" name="CasetăText 28">
            <a:extLst>
              <a:ext uri="{FF2B5EF4-FFF2-40B4-BE49-F238E27FC236}">
                <a16:creationId xmlns:a16="http://schemas.microsoft.com/office/drawing/2014/main" id="{BE9FBE7C-FCD3-4631-473F-AF3FE03E5FC7}"/>
              </a:ext>
            </a:extLst>
          </p:cNvPr>
          <p:cNvSpPr txBox="1"/>
          <p:nvPr/>
        </p:nvSpPr>
        <p:spPr>
          <a:xfrm>
            <a:off x="12106452" y="6492636"/>
            <a:ext cx="3156667" cy="707886"/>
          </a:xfrm>
          <a:prstGeom prst="rect">
            <a:avLst/>
          </a:prstGeom>
          <a:solidFill>
            <a:srgbClr val="FF5D5D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ro-RO" sz="4000">
                <a:latin typeface="Dosis" pitchFamily="2" charset="0"/>
              </a:rPr>
              <a:t>Pozitivă</a:t>
            </a:r>
            <a:endParaRPr lang="en-GB" sz="4000">
              <a:latin typeface="Dosis" pitchFamily="2" charset="0"/>
            </a:endParaRPr>
          </a:p>
        </p:txBody>
      </p:sp>
      <p:sp>
        <p:nvSpPr>
          <p:cNvPr id="30" name="CasetăText 29">
            <a:extLst>
              <a:ext uri="{FF2B5EF4-FFF2-40B4-BE49-F238E27FC236}">
                <a16:creationId xmlns:a16="http://schemas.microsoft.com/office/drawing/2014/main" id="{F933B8DF-134D-51F1-CD81-C8FD59683BDC}"/>
              </a:ext>
            </a:extLst>
          </p:cNvPr>
          <p:cNvSpPr txBox="1"/>
          <p:nvPr/>
        </p:nvSpPr>
        <p:spPr>
          <a:xfrm>
            <a:off x="12106452" y="8095503"/>
            <a:ext cx="3156667" cy="707886"/>
          </a:xfrm>
          <a:prstGeom prst="rect">
            <a:avLst/>
          </a:prstGeom>
          <a:solidFill>
            <a:srgbClr val="FF5D5D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ro-RO" sz="4000">
                <a:latin typeface="Dosis" pitchFamily="2" charset="0"/>
              </a:rPr>
              <a:t>Negativă</a:t>
            </a:r>
            <a:endParaRPr lang="en-GB" sz="4000">
              <a:latin typeface="Dosis" pitchFamily="2" charset="0"/>
            </a:endParaRPr>
          </a:p>
        </p:txBody>
      </p:sp>
      <p:sp>
        <p:nvSpPr>
          <p:cNvPr id="31" name="Săgeată: dreapta 30">
            <a:extLst>
              <a:ext uri="{FF2B5EF4-FFF2-40B4-BE49-F238E27FC236}">
                <a16:creationId xmlns:a16="http://schemas.microsoft.com/office/drawing/2014/main" id="{07D16CE1-52DD-C703-DC5D-0F16DEF99AC0}"/>
              </a:ext>
            </a:extLst>
          </p:cNvPr>
          <p:cNvSpPr/>
          <p:nvPr/>
        </p:nvSpPr>
        <p:spPr>
          <a:xfrm rot="19750195">
            <a:off x="5489395" y="4553321"/>
            <a:ext cx="1316853" cy="90836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Săgeată: dreapta 31">
            <a:extLst>
              <a:ext uri="{FF2B5EF4-FFF2-40B4-BE49-F238E27FC236}">
                <a16:creationId xmlns:a16="http://schemas.microsoft.com/office/drawing/2014/main" id="{A70EFD19-8FB7-1C49-24AD-53E991F70DB7}"/>
              </a:ext>
            </a:extLst>
          </p:cNvPr>
          <p:cNvSpPr/>
          <p:nvPr/>
        </p:nvSpPr>
        <p:spPr>
          <a:xfrm rot="1818406">
            <a:off x="5338423" y="6392395"/>
            <a:ext cx="1227902" cy="90836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Săgeată: dreapta 32">
            <a:extLst>
              <a:ext uri="{FF2B5EF4-FFF2-40B4-BE49-F238E27FC236}">
                <a16:creationId xmlns:a16="http://schemas.microsoft.com/office/drawing/2014/main" id="{DB1E64B5-E7C3-551F-BC99-114565B5D0C1}"/>
              </a:ext>
            </a:extLst>
          </p:cNvPr>
          <p:cNvSpPr/>
          <p:nvPr/>
        </p:nvSpPr>
        <p:spPr>
          <a:xfrm rot="20229878">
            <a:off x="10289747" y="2786192"/>
            <a:ext cx="1458434" cy="90836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Săgeată: dreapta 33">
            <a:extLst>
              <a:ext uri="{FF2B5EF4-FFF2-40B4-BE49-F238E27FC236}">
                <a16:creationId xmlns:a16="http://schemas.microsoft.com/office/drawing/2014/main" id="{61B9C61B-9B13-2FA4-4DAA-EBD103EEDDB8}"/>
              </a:ext>
            </a:extLst>
          </p:cNvPr>
          <p:cNvSpPr/>
          <p:nvPr/>
        </p:nvSpPr>
        <p:spPr>
          <a:xfrm rot="756559">
            <a:off x="10289747" y="4266358"/>
            <a:ext cx="1458434" cy="90836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Săgeată: dreapta 34">
            <a:extLst>
              <a:ext uri="{FF2B5EF4-FFF2-40B4-BE49-F238E27FC236}">
                <a16:creationId xmlns:a16="http://schemas.microsoft.com/office/drawing/2014/main" id="{7ED13F0C-89C5-CD08-2813-8B78DD15505F}"/>
              </a:ext>
            </a:extLst>
          </p:cNvPr>
          <p:cNvSpPr/>
          <p:nvPr/>
        </p:nvSpPr>
        <p:spPr>
          <a:xfrm rot="20566467">
            <a:off x="10206076" y="6540615"/>
            <a:ext cx="1458434" cy="90836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Săgeată: dreapta 35">
            <a:extLst>
              <a:ext uri="{FF2B5EF4-FFF2-40B4-BE49-F238E27FC236}">
                <a16:creationId xmlns:a16="http://schemas.microsoft.com/office/drawing/2014/main" id="{ED192265-B804-5BBE-00A2-1252B0A61185}"/>
              </a:ext>
            </a:extLst>
          </p:cNvPr>
          <p:cNvSpPr/>
          <p:nvPr/>
        </p:nvSpPr>
        <p:spPr>
          <a:xfrm rot="771985">
            <a:off x="10184197" y="7771078"/>
            <a:ext cx="1516657" cy="90836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037625" y="1469321"/>
            <a:ext cx="14540553" cy="8411271"/>
            <a:chOff x="0" y="0"/>
            <a:chExt cx="3829611" cy="22153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29611" cy="2215314"/>
            </a:xfrm>
            <a:custGeom>
              <a:avLst/>
              <a:gdLst/>
              <a:ahLst/>
              <a:cxnLst/>
              <a:rect l="l" t="t" r="r" b="b"/>
              <a:pathLst>
                <a:path w="3829611" h="2215314">
                  <a:moveTo>
                    <a:pt x="5857" y="0"/>
                  </a:moveTo>
                  <a:lnTo>
                    <a:pt x="3823754" y="0"/>
                  </a:lnTo>
                  <a:cubicBezTo>
                    <a:pt x="3825307" y="0"/>
                    <a:pt x="3826797" y="617"/>
                    <a:pt x="3827895" y="1715"/>
                  </a:cubicBezTo>
                  <a:cubicBezTo>
                    <a:pt x="3828994" y="2814"/>
                    <a:pt x="3829611" y="4303"/>
                    <a:pt x="3829611" y="5857"/>
                  </a:cubicBezTo>
                  <a:lnTo>
                    <a:pt x="3829611" y="2209457"/>
                  </a:lnTo>
                  <a:cubicBezTo>
                    <a:pt x="3829611" y="2212692"/>
                    <a:pt x="3826988" y="2215314"/>
                    <a:pt x="3823754" y="2215314"/>
                  </a:cubicBezTo>
                  <a:lnTo>
                    <a:pt x="5857" y="2215314"/>
                  </a:lnTo>
                  <a:cubicBezTo>
                    <a:pt x="2622" y="2215314"/>
                    <a:pt x="0" y="2212692"/>
                    <a:pt x="0" y="2209457"/>
                  </a:cubicBezTo>
                  <a:lnTo>
                    <a:pt x="0" y="5857"/>
                  </a:lnTo>
                  <a:cubicBezTo>
                    <a:pt x="0" y="2622"/>
                    <a:pt x="2622" y="0"/>
                    <a:pt x="585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829611" cy="2262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389721" y="7402642"/>
            <a:ext cx="1855658" cy="185565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3746354" y="7773815"/>
            <a:ext cx="1142391" cy="1113312"/>
          </a:xfrm>
          <a:custGeom>
            <a:avLst/>
            <a:gdLst/>
            <a:ahLst/>
            <a:cxnLst/>
            <a:rect l="l" t="t" r="r" b="b"/>
            <a:pathLst>
              <a:path w="1142391" h="1113312">
                <a:moveTo>
                  <a:pt x="0" y="0"/>
                </a:moveTo>
                <a:lnTo>
                  <a:pt x="1142392" y="0"/>
                </a:lnTo>
                <a:lnTo>
                  <a:pt x="1142392" y="1113312"/>
                </a:lnTo>
                <a:lnTo>
                  <a:pt x="0" y="1113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6575510" y="7402642"/>
            <a:ext cx="1855658" cy="1855658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61506" y="7402642"/>
            <a:ext cx="1855658" cy="185565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750638" y="7402642"/>
            <a:ext cx="1855658" cy="1855658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6978404" y="7701379"/>
            <a:ext cx="1177785" cy="1346740"/>
          </a:xfrm>
          <a:custGeom>
            <a:avLst/>
            <a:gdLst/>
            <a:ahLst/>
            <a:cxnLst/>
            <a:rect l="l" t="t" r="r" b="b"/>
            <a:pathLst>
              <a:path w="1177785" h="1346740">
                <a:moveTo>
                  <a:pt x="0" y="0"/>
                </a:moveTo>
                <a:lnTo>
                  <a:pt x="1177786" y="0"/>
                </a:lnTo>
                <a:lnTo>
                  <a:pt x="1177786" y="1346740"/>
                </a:lnTo>
                <a:lnTo>
                  <a:pt x="0" y="13467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253399" y="7758824"/>
            <a:ext cx="871871" cy="1128304"/>
          </a:xfrm>
          <a:custGeom>
            <a:avLst/>
            <a:gdLst/>
            <a:ahLst/>
            <a:cxnLst/>
            <a:rect l="l" t="t" r="r" b="b"/>
            <a:pathLst>
              <a:path w="871871" h="1128304">
                <a:moveTo>
                  <a:pt x="0" y="0"/>
                </a:moveTo>
                <a:lnTo>
                  <a:pt x="871871" y="0"/>
                </a:lnTo>
                <a:lnTo>
                  <a:pt x="871871" y="1128303"/>
                </a:lnTo>
                <a:lnTo>
                  <a:pt x="0" y="11283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3188788" y="7657101"/>
            <a:ext cx="996588" cy="1346740"/>
          </a:xfrm>
          <a:custGeom>
            <a:avLst/>
            <a:gdLst/>
            <a:ahLst/>
            <a:cxnLst/>
            <a:rect l="l" t="t" r="r" b="b"/>
            <a:pathLst>
              <a:path w="996588" h="1346740">
                <a:moveTo>
                  <a:pt x="0" y="0"/>
                </a:moveTo>
                <a:lnTo>
                  <a:pt x="996588" y="0"/>
                </a:lnTo>
                <a:lnTo>
                  <a:pt x="996588" y="1346740"/>
                </a:lnTo>
                <a:lnTo>
                  <a:pt x="0" y="134674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4762897" y="1527166"/>
            <a:ext cx="8762207" cy="108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65"/>
              </a:lnSpc>
              <a:spcBef>
                <a:spcPct val="0"/>
              </a:spcBef>
            </a:pPr>
            <a:r>
              <a:rPr lang="en-US" sz="6332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Activitate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002073" y="3773488"/>
            <a:ext cx="12611657" cy="263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În</a:t>
            </a:r>
            <a:r>
              <a:rPr lang="en-US" sz="5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5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grupe</a:t>
            </a:r>
            <a:r>
              <a:rPr lang="en-US" sz="5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de </a:t>
            </a:r>
            <a:r>
              <a:rPr lang="en-US" sz="5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câte</a:t>
            </a:r>
            <a:r>
              <a:rPr lang="en-US" sz="5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ro-RO" sz="5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3</a:t>
            </a:r>
            <a:r>
              <a:rPr lang="en-US" sz="5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5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persoane</a:t>
            </a:r>
            <a:r>
              <a:rPr lang="en-US" sz="5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, </a:t>
            </a:r>
            <a:r>
              <a:rPr lang="en-US" sz="5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constuiți</a:t>
            </a:r>
            <a:r>
              <a:rPr lang="en-US" sz="5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un </a:t>
            </a:r>
            <a:r>
              <a:rPr lang="en-US" sz="5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exemplu</a:t>
            </a:r>
            <a:r>
              <a:rPr lang="en-US" sz="5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de </a:t>
            </a:r>
            <a:r>
              <a:rPr lang="en-US" sz="5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condiționare</a:t>
            </a:r>
            <a:r>
              <a:rPr lang="en-US" sz="5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5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clasică</a:t>
            </a:r>
            <a:r>
              <a:rPr lang="ro-RO" sz="5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, </a:t>
            </a:r>
            <a:r>
              <a:rPr lang="en-US" sz="5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un </a:t>
            </a:r>
            <a:r>
              <a:rPr lang="en-US" sz="5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exemplu</a:t>
            </a:r>
            <a:r>
              <a:rPr lang="en-US" sz="5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de </a:t>
            </a:r>
            <a:r>
              <a:rPr lang="en-US" sz="5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condiționare</a:t>
            </a:r>
            <a:r>
              <a:rPr lang="en-US" sz="5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5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operantă</a:t>
            </a:r>
            <a:r>
              <a:rPr lang="ro-RO" sz="5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.</a:t>
            </a:r>
            <a:endParaRPr lang="en-US" sz="500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41401-33B2-0063-9736-B10FC2F31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12FD576-D5E2-5359-ACB4-E41E0A7C6BA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DC465DE-4D0C-0A0F-E5C7-1F48C5B2C845}"/>
              </a:ext>
            </a:extLst>
          </p:cNvPr>
          <p:cNvGrpSpPr/>
          <p:nvPr/>
        </p:nvGrpSpPr>
        <p:grpSpPr>
          <a:xfrm rot="93123">
            <a:off x="2244226" y="1467293"/>
            <a:ext cx="13118097" cy="8000329"/>
            <a:chOff x="0" y="0"/>
            <a:chExt cx="4021842" cy="245279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AA30CA1-3077-D8D5-8C5F-6592699A706F}"/>
                </a:ext>
              </a:extLst>
            </p:cNvPr>
            <p:cNvSpPr/>
            <p:nvPr/>
          </p:nvSpPr>
          <p:spPr>
            <a:xfrm>
              <a:off x="0" y="0"/>
              <a:ext cx="4021842" cy="2452800"/>
            </a:xfrm>
            <a:custGeom>
              <a:avLst/>
              <a:gdLst/>
              <a:ahLst/>
              <a:cxnLst/>
              <a:rect l="l" t="t" r="r" b="b"/>
              <a:pathLst>
                <a:path w="4021842" h="2452800">
                  <a:moveTo>
                    <a:pt x="15344" y="0"/>
                  </a:moveTo>
                  <a:lnTo>
                    <a:pt x="4006497" y="0"/>
                  </a:lnTo>
                  <a:cubicBezTo>
                    <a:pt x="4010567" y="0"/>
                    <a:pt x="4014470" y="1617"/>
                    <a:pt x="4017347" y="4494"/>
                  </a:cubicBezTo>
                  <a:cubicBezTo>
                    <a:pt x="4020225" y="7372"/>
                    <a:pt x="4021842" y="11275"/>
                    <a:pt x="4021842" y="15344"/>
                  </a:cubicBezTo>
                  <a:lnTo>
                    <a:pt x="4021842" y="2437455"/>
                  </a:lnTo>
                  <a:cubicBezTo>
                    <a:pt x="4021842" y="2441525"/>
                    <a:pt x="4020225" y="2445428"/>
                    <a:pt x="4017347" y="2448305"/>
                  </a:cubicBezTo>
                  <a:cubicBezTo>
                    <a:pt x="4014470" y="2451183"/>
                    <a:pt x="4010567" y="2452800"/>
                    <a:pt x="4006497" y="2452800"/>
                  </a:cubicBezTo>
                  <a:lnTo>
                    <a:pt x="15344" y="2452800"/>
                  </a:lnTo>
                  <a:cubicBezTo>
                    <a:pt x="11275" y="2452800"/>
                    <a:pt x="7372" y="2451183"/>
                    <a:pt x="4494" y="2448305"/>
                  </a:cubicBezTo>
                  <a:cubicBezTo>
                    <a:pt x="1617" y="2445428"/>
                    <a:pt x="0" y="2441525"/>
                    <a:pt x="0" y="2437455"/>
                  </a:cubicBezTo>
                  <a:lnTo>
                    <a:pt x="0" y="15344"/>
                  </a:lnTo>
                  <a:cubicBezTo>
                    <a:pt x="0" y="11275"/>
                    <a:pt x="1617" y="7372"/>
                    <a:pt x="4494" y="4494"/>
                  </a:cubicBezTo>
                  <a:cubicBezTo>
                    <a:pt x="7372" y="1617"/>
                    <a:pt x="11275" y="0"/>
                    <a:pt x="15344" y="0"/>
                  </a:cubicBez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B0DBD1D-3D66-D9FD-AF61-62BFAF964491}"/>
                </a:ext>
              </a:extLst>
            </p:cNvPr>
            <p:cNvSpPr txBox="1"/>
            <p:nvPr/>
          </p:nvSpPr>
          <p:spPr>
            <a:xfrm>
              <a:off x="0" y="-47625"/>
              <a:ext cx="4021842" cy="2500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BE760830-7EF9-2D1B-C2BE-8940413A1640}"/>
              </a:ext>
            </a:extLst>
          </p:cNvPr>
          <p:cNvGrpSpPr/>
          <p:nvPr/>
        </p:nvGrpSpPr>
        <p:grpSpPr>
          <a:xfrm>
            <a:off x="2225464" y="1291107"/>
            <a:ext cx="12819264" cy="8334250"/>
            <a:chOff x="0" y="0"/>
            <a:chExt cx="3930223" cy="255517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E920394-6C31-4E86-6B25-C1999BF7C6FB}"/>
                </a:ext>
              </a:extLst>
            </p:cNvPr>
            <p:cNvSpPr/>
            <p:nvPr/>
          </p:nvSpPr>
          <p:spPr>
            <a:xfrm>
              <a:off x="0" y="0"/>
              <a:ext cx="3930224" cy="2555175"/>
            </a:xfrm>
            <a:custGeom>
              <a:avLst/>
              <a:gdLst/>
              <a:ahLst/>
              <a:cxnLst/>
              <a:rect l="l" t="t" r="r" b="b"/>
              <a:pathLst>
                <a:path w="3930224" h="2555175">
                  <a:moveTo>
                    <a:pt x="6643" y="0"/>
                  </a:moveTo>
                  <a:lnTo>
                    <a:pt x="3923580" y="0"/>
                  </a:lnTo>
                  <a:cubicBezTo>
                    <a:pt x="3927249" y="0"/>
                    <a:pt x="3930224" y="2974"/>
                    <a:pt x="3930224" y="6643"/>
                  </a:cubicBezTo>
                  <a:lnTo>
                    <a:pt x="3930224" y="2548532"/>
                  </a:lnTo>
                  <a:cubicBezTo>
                    <a:pt x="3930224" y="2552201"/>
                    <a:pt x="3927249" y="2555175"/>
                    <a:pt x="3923580" y="2555175"/>
                  </a:cubicBezTo>
                  <a:lnTo>
                    <a:pt x="6643" y="2555175"/>
                  </a:lnTo>
                  <a:cubicBezTo>
                    <a:pt x="2974" y="2555175"/>
                    <a:pt x="0" y="2552201"/>
                    <a:pt x="0" y="2548532"/>
                  </a:cubicBezTo>
                  <a:lnTo>
                    <a:pt x="0" y="6643"/>
                  </a:lnTo>
                  <a:cubicBezTo>
                    <a:pt x="0" y="2974"/>
                    <a:pt x="2974" y="0"/>
                    <a:pt x="664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2CEFEDF-3585-ED9D-3484-D415E34C77D4}"/>
                </a:ext>
              </a:extLst>
            </p:cNvPr>
            <p:cNvSpPr txBox="1"/>
            <p:nvPr/>
          </p:nvSpPr>
          <p:spPr>
            <a:xfrm>
              <a:off x="0" y="-114300"/>
              <a:ext cx="3930223" cy="266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84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E9607594-747B-5B79-635E-59BAFC334FF8}"/>
              </a:ext>
            </a:extLst>
          </p:cNvPr>
          <p:cNvSpPr/>
          <p:nvPr/>
        </p:nvSpPr>
        <p:spPr>
          <a:xfrm rot="-117286">
            <a:off x="12481505" y="1156774"/>
            <a:ext cx="3828638" cy="4509103"/>
          </a:xfrm>
          <a:custGeom>
            <a:avLst/>
            <a:gdLst/>
            <a:ahLst/>
            <a:cxnLst/>
            <a:rect l="l" t="t" r="r" b="b"/>
            <a:pathLst>
              <a:path w="3828638" h="4509103">
                <a:moveTo>
                  <a:pt x="0" y="0"/>
                </a:moveTo>
                <a:lnTo>
                  <a:pt x="3828638" y="0"/>
                </a:lnTo>
                <a:lnTo>
                  <a:pt x="3828638" y="4509103"/>
                </a:lnTo>
                <a:lnTo>
                  <a:pt x="0" y="45091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366DD38-F7A4-E1B6-A00A-DE928CE11A6E}"/>
              </a:ext>
            </a:extLst>
          </p:cNvPr>
          <p:cNvSpPr/>
          <p:nvPr/>
        </p:nvSpPr>
        <p:spPr>
          <a:xfrm>
            <a:off x="2225464" y="239562"/>
            <a:ext cx="1239167" cy="1189600"/>
          </a:xfrm>
          <a:custGeom>
            <a:avLst/>
            <a:gdLst/>
            <a:ahLst/>
            <a:cxnLst/>
            <a:rect l="l" t="t" r="r" b="b"/>
            <a:pathLst>
              <a:path w="1239167" h="1189600">
                <a:moveTo>
                  <a:pt x="0" y="0"/>
                </a:moveTo>
                <a:lnTo>
                  <a:pt x="1239167" y="0"/>
                </a:lnTo>
                <a:lnTo>
                  <a:pt x="1239167" y="1189600"/>
                </a:lnTo>
                <a:lnTo>
                  <a:pt x="0" y="118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0DAA58F-9199-0A21-1D30-E67464B10828}"/>
              </a:ext>
            </a:extLst>
          </p:cNvPr>
          <p:cNvSpPr txBox="1"/>
          <p:nvPr/>
        </p:nvSpPr>
        <p:spPr>
          <a:xfrm>
            <a:off x="3178043" y="1305337"/>
            <a:ext cx="8894674" cy="1141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65"/>
              </a:lnSpc>
              <a:spcBef>
                <a:spcPct val="0"/>
              </a:spcBef>
            </a:pPr>
            <a:r>
              <a:rPr lang="ro-RO" sz="6332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Social-</a:t>
            </a:r>
            <a:r>
              <a:rPr lang="ro-RO" sz="6332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cognitivism</a:t>
            </a:r>
            <a:endParaRPr lang="en-US" sz="6332">
              <a:solidFill>
                <a:srgbClr val="01070A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F6F1948-6547-BBF9-1E68-BF850C542E9A}"/>
              </a:ext>
            </a:extLst>
          </p:cNvPr>
          <p:cNvSpPr txBox="1"/>
          <p:nvPr/>
        </p:nvSpPr>
        <p:spPr>
          <a:xfrm>
            <a:off x="6598040" y="3328650"/>
            <a:ext cx="2697700" cy="981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ro-RO" sz="600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Bandura</a:t>
            </a:r>
            <a:endParaRPr lang="en-US" sz="6000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6C98E7B-7FD0-BF4F-BF49-BA94DC22484D}"/>
              </a:ext>
            </a:extLst>
          </p:cNvPr>
          <p:cNvSpPr txBox="1"/>
          <p:nvPr/>
        </p:nvSpPr>
        <p:spPr>
          <a:xfrm>
            <a:off x="5066404" y="4099076"/>
            <a:ext cx="4081663" cy="209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 err="1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Condiționarea</a:t>
            </a:r>
            <a:r>
              <a:rPr lang="en-US" sz="600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ro-RO" sz="6000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vicariantă</a:t>
            </a:r>
            <a:endParaRPr lang="en-US" sz="6000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  <p:extLst>
      <p:ext uri="{BB962C8B-B14F-4D97-AF65-F5344CB8AC3E}">
        <p14:creationId xmlns:p14="http://schemas.microsoft.com/office/powerpoint/2010/main" val="461792215"/>
      </p:ext>
    </p:extLst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804885" y="-667606"/>
            <a:ext cx="12340996" cy="12247451"/>
            <a:chOff x="0" y="0"/>
            <a:chExt cx="3250304" cy="32256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50304" cy="3225666"/>
            </a:xfrm>
            <a:custGeom>
              <a:avLst/>
              <a:gdLst/>
              <a:ahLst/>
              <a:cxnLst/>
              <a:rect l="l" t="t" r="r" b="b"/>
              <a:pathLst>
                <a:path w="3250304" h="3225666">
                  <a:moveTo>
                    <a:pt x="0" y="0"/>
                  </a:moveTo>
                  <a:lnTo>
                    <a:pt x="3250304" y="0"/>
                  </a:lnTo>
                  <a:lnTo>
                    <a:pt x="3250304" y="3225666"/>
                  </a:lnTo>
                  <a:lnTo>
                    <a:pt x="0" y="322566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250304" cy="3273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4634168" y="7532431"/>
            <a:ext cx="5565196" cy="4047415"/>
          </a:xfrm>
          <a:custGeom>
            <a:avLst/>
            <a:gdLst/>
            <a:ahLst/>
            <a:cxnLst/>
            <a:rect l="l" t="t" r="r" b="b"/>
            <a:pathLst>
              <a:path w="5565196" h="4047415">
                <a:moveTo>
                  <a:pt x="5565195" y="0"/>
                </a:moveTo>
                <a:lnTo>
                  <a:pt x="0" y="0"/>
                </a:lnTo>
                <a:lnTo>
                  <a:pt x="0" y="4047415"/>
                </a:lnTo>
                <a:lnTo>
                  <a:pt x="5565195" y="4047415"/>
                </a:lnTo>
                <a:lnTo>
                  <a:pt x="556519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084052" y="143384"/>
            <a:ext cx="8573922" cy="1193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64"/>
              </a:lnSpc>
              <a:spcBef>
                <a:spcPct val="0"/>
              </a:spcBef>
            </a:pPr>
            <a:r>
              <a:rPr lang="en-US" sz="6974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Resurse video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-143781" y="7180716"/>
            <a:ext cx="3190321" cy="3316969"/>
          </a:xfrm>
          <a:custGeom>
            <a:avLst/>
            <a:gdLst/>
            <a:ahLst/>
            <a:cxnLst/>
            <a:rect l="l" t="t" r="r" b="b"/>
            <a:pathLst>
              <a:path w="3190321" h="3316969">
                <a:moveTo>
                  <a:pt x="3190320" y="0"/>
                </a:moveTo>
                <a:lnTo>
                  <a:pt x="0" y="0"/>
                </a:lnTo>
                <a:lnTo>
                  <a:pt x="0" y="3316968"/>
                </a:lnTo>
                <a:lnTo>
                  <a:pt x="3190320" y="3316968"/>
                </a:lnTo>
                <a:lnTo>
                  <a:pt x="319032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082432" y="3056960"/>
            <a:ext cx="11261264" cy="47993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Condiționarea</a:t>
            </a:r>
            <a:r>
              <a:rPr lang="en-US" sz="3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0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clasică</a:t>
            </a:r>
            <a:r>
              <a:rPr lang="en-US" sz="3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:</a:t>
            </a:r>
          </a:p>
          <a:p>
            <a:pPr>
              <a:lnSpc>
                <a:spcPts val="4200"/>
              </a:lnSpc>
            </a:pPr>
            <a:r>
              <a:rPr lang="en-US" sz="3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  <a:hlinkClick r:id="rId7"/>
              </a:rPr>
              <a:t>https://www.youtube.com/watch?v=jd7Jdug5SRc</a:t>
            </a:r>
            <a:r>
              <a:rPr lang="ro-RO" sz="3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 </a:t>
            </a:r>
            <a:r>
              <a:rPr lang="en-US" sz="3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endParaRPr lang="en-US" sz="3000" dirty="0">
              <a:solidFill>
                <a:srgbClr val="01070A"/>
              </a:solidFill>
              <a:latin typeface="Dosis"/>
              <a:ea typeface="Dosis"/>
              <a:cs typeface="Dosis"/>
            </a:endParaRP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algn="l">
              <a:lnSpc>
                <a:spcPts val="4200"/>
              </a:lnSpc>
            </a:pPr>
            <a:r>
              <a:rPr lang="en-US" sz="30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Condiționarea</a:t>
            </a:r>
            <a:r>
              <a:rPr lang="en-US" sz="3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0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operantă</a:t>
            </a:r>
            <a:r>
              <a:rPr lang="en-US" sz="3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:</a:t>
            </a:r>
            <a:endParaRPr lang="en-US" sz="3000" dirty="0">
              <a:solidFill>
                <a:srgbClr val="01070A"/>
              </a:solidFill>
              <a:latin typeface="Dosis"/>
              <a:ea typeface="Dosis"/>
              <a:cs typeface="Dosis"/>
            </a:endParaRPr>
          </a:p>
          <a:p>
            <a:pPr>
              <a:lnSpc>
                <a:spcPts val="4200"/>
              </a:lnSpc>
            </a:pPr>
            <a:r>
              <a:rPr lang="en-US" sz="3000" dirty="0">
                <a:solidFill>
                  <a:srgbClr val="01070A"/>
                </a:solidFill>
                <a:latin typeface="Dosis"/>
                <a:hlinkClick r:id="rId8"/>
              </a:rPr>
              <a:t>https://www.youtube.com/watch?v=YIEt6TrjJXw&amp;feature=emb_logo</a:t>
            </a:r>
            <a:r>
              <a:rPr lang="ro-RO" sz="3000" dirty="0">
                <a:solidFill>
                  <a:srgbClr val="01070A"/>
                </a:solidFill>
                <a:latin typeface="Dosis"/>
              </a:rPr>
              <a:t> </a:t>
            </a:r>
            <a:r>
              <a:rPr lang="en-US" sz="3000" dirty="0">
                <a:solidFill>
                  <a:srgbClr val="01070A"/>
                </a:solidFill>
                <a:latin typeface="Dosis"/>
              </a:rPr>
              <a:t> </a:t>
            </a:r>
            <a:endParaRPr lang="en-US" dirty="0"/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algn="l">
              <a:lnSpc>
                <a:spcPts val="4200"/>
              </a:lnSpc>
            </a:pPr>
            <a:r>
              <a:rPr lang="en-US" sz="30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Ambele</a:t>
            </a:r>
            <a:r>
              <a:rPr lang="en-US" sz="3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:</a:t>
            </a:r>
            <a:endParaRPr lang="en-US" sz="3000" dirty="0">
              <a:solidFill>
                <a:srgbClr val="01070A"/>
              </a:solidFill>
              <a:latin typeface="Dosis"/>
              <a:ea typeface="Dosis"/>
              <a:cs typeface="Dosis"/>
            </a:endParaRP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  <a:hlinkClick r:id="rId9"/>
              </a:rPr>
              <a:t>https://www.youtube.com/watch?v=iDjnZ89O07g</a:t>
            </a:r>
            <a:r>
              <a:rPr lang="ro-RO" sz="3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endParaRPr lang="en-US" sz="3000" dirty="0">
              <a:solidFill>
                <a:srgbClr val="01070A"/>
              </a:solidFill>
              <a:latin typeface="Dosis"/>
              <a:ea typeface="Dosis"/>
              <a:cs typeface="Dosis"/>
            </a:endParaRP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  <a:hlinkClick r:id="rId10"/>
              </a:rPr>
              <a:t>https://www.youtube.com/watch?v=PRdCowYEtAg</a:t>
            </a:r>
            <a:r>
              <a:rPr lang="ro-RO" sz="3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endParaRPr lang="en-US" sz="3000" dirty="0">
              <a:solidFill>
                <a:srgbClr val="01070A"/>
              </a:solidFill>
              <a:latin typeface="Dosis"/>
              <a:ea typeface="Dosis"/>
              <a:cs typeface="Dosis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04CC3ACF4D0747AA1FE12D19DCF021" ma:contentTypeVersion="3" ma:contentTypeDescription="Create a new document." ma:contentTypeScope="" ma:versionID="37c534766e0945d81383089c26a8d6cf">
  <xsd:schema xmlns:xsd="http://www.w3.org/2001/XMLSchema" xmlns:xs="http://www.w3.org/2001/XMLSchema" xmlns:p="http://schemas.microsoft.com/office/2006/metadata/properties" xmlns:ns2="fa0e77c9-1a0d-4ee8-b1f5-4ac48c790630" targetNamespace="http://schemas.microsoft.com/office/2006/metadata/properties" ma:root="true" ma:fieldsID="86664ca69a0e95804161efb34fc7a474" ns2:_="">
    <xsd:import namespace="fa0e77c9-1a0d-4ee8-b1f5-4ac48c7906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0e77c9-1a0d-4ee8-b1f5-4ac48c7906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32BD7B0-51E4-4E68-A126-B54834872A8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1EF2374-E9E7-4092-B2B5-9C57116C348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569904D-AFCB-444D-ADCC-BDCD6DE976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0e77c9-1a0d-4ee8-b1f5-4ac48c7906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seminar 5</dc:title>
  <dc:creator>Mihai</dc:creator>
  <cp:revision>7</cp:revision>
  <dcterms:created xsi:type="dcterms:W3CDTF">2006-08-16T00:00:00Z</dcterms:created>
  <dcterms:modified xsi:type="dcterms:W3CDTF">2026-01-21T13:54:11Z</dcterms:modified>
  <dc:identifier>DAGUNRmP7A0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0x0101008904CC3ACF4D0747AA1FE12D19DCF021</vt:lpwstr>
  </property>
</Properties>
</file>