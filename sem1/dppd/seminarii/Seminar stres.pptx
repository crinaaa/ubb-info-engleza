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62" r:id="rId7"/>
    <p:sldId id="263" r:id="rId8"/>
    <p:sldId id="264" r:id="rId9"/>
    <p:sldId id="266" r:id="rId10"/>
    <p:sldId id="267" r:id="rId11"/>
  </p:sldIdLst>
  <p:sldSz cx="18288000" cy="10287000"/>
  <p:notesSz cx="6858000" cy="9144000"/>
  <p:embeddedFontLst>
    <p:embeddedFont>
      <p:font typeface="Carelia" panose="020B0604020202020204" charset="0"/>
      <p:regular r:id="rId12"/>
    </p:embeddedFont>
    <p:embeddedFont>
      <p:font typeface="Dosis" pitchFamily="2" charset="0"/>
      <p:regular r:id="rId13"/>
      <p:bold r:id="rId14"/>
    </p:embeddedFont>
    <p:embeddedFont>
      <p:font typeface="Dosis Medium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CDE15D1B-5273-BC7D-44EC-73C5F826B967}"/>
    <pc:docChg chg="modSld">
      <pc:chgData name="" userId="" providerId="" clId="Web-{CDE15D1B-5273-BC7D-44EC-73C5F826B967}" dt="2026-01-14T20:55:39.740" v="0" actId="1076"/>
      <pc:docMkLst>
        <pc:docMk/>
      </pc:docMkLst>
    </pc:docChg>
  </pc:docChgLst>
  <pc:docChgLst>
    <pc:chgData name="ALEXIA-MARIA CIOBANU" userId="S::alexia.ciobanu@stud.ubbcluj.ro::ecf9e633-60a5-41b0-82b2-201c7b6a2feb" providerId="AD" clId="Web-{A464291B-2DBE-46E8-9F2C-AEE2A0799ACD}"/>
    <pc:docChg chg="modSld">
      <pc:chgData name="ALEXIA-MARIA CIOBANU" userId="S::alexia.ciobanu@stud.ubbcluj.ro::ecf9e633-60a5-41b0-82b2-201c7b6a2feb" providerId="AD" clId="Web-{A464291B-2DBE-46E8-9F2C-AEE2A0799ACD}" dt="2026-01-03T22:52:21.108" v="0" actId="1076"/>
      <pc:docMkLst>
        <pc:docMk/>
      </pc:docMkLst>
      <pc:sldChg chg="modSp">
        <pc:chgData name="ALEXIA-MARIA CIOBANU" userId="S::alexia.ciobanu@stud.ubbcluj.ro::ecf9e633-60a5-41b0-82b2-201c7b6a2feb" providerId="AD" clId="Web-{A464291B-2DBE-46E8-9F2C-AEE2A0799ACD}" dt="2026-01-03T22:52:21.108" v="0" actId="1076"/>
        <pc:sldMkLst>
          <pc:docMk/>
          <pc:sldMk cId="0" sldId="264"/>
        </pc:sldMkLst>
        <pc:grpChg chg="mod">
          <ac:chgData name="ALEXIA-MARIA CIOBANU" userId="S::alexia.ciobanu@stud.ubbcluj.ro::ecf9e633-60a5-41b0-82b2-201c7b6a2feb" providerId="AD" clId="Web-{A464291B-2DBE-46E8-9F2C-AEE2A0799ACD}" dt="2026-01-03T22:52:21.108" v="0" actId="1076"/>
          <ac:grpSpMkLst>
            <pc:docMk/>
            <pc:sldMk cId="0" sldId="264"/>
            <ac:grpSpMk id="3" creationId="{00000000-0000-0000-0000-000000000000}"/>
          </ac:grpSpMkLst>
        </pc:grpChg>
      </pc:sldChg>
    </pc:docChg>
  </pc:docChgLst>
  <pc:docChgLst>
    <pc:chgData name="IOANA-DENISA NICUȚĂ" userId="S::ioana.nicuta@stud.ubbcluj.ro::0bbd24c4-032d-44b9-8724-3d7dc0c127d2" providerId="AD" clId="Web-{0468C72B-2BC9-331F-72E2-93FDB878E60C}"/>
    <pc:docChg chg="modSld">
      <pc:chgData name="IOANA-DENISA NICUȚĂ" userId="S::ioana.nicuta@stud.ubbcluj.ro::0bbd24c4-032d-44b9-8724-3d7dc0c127d2" providerId="AD" clId="Web-{0468C72B-2BC9-331F-72E2-93FDB878E60C}" dt="2026-01-06T15:13:05.709" v="0" actId="1076"/>
      <pc:docMkLst>
        <pc:docMk/>
      </pc:docMkLst>
      <pc:sldChg chg="modSp">
        <pc:chgData name="IOANA-DENISA NICUȚĂ" userId="S::ioana.nicuta@stud.ubbcluj.ro::0bbd24c4-032d-44b9-8724-3d7dc0c127d2" providerId="AD" clId="Web-{0468C72B-2BC9-331F-72E2-93FDB878E60C}" dt="2026-01-06T15:13:05.709" v="0" actId="1076"/>
        <pc:sldMkLst>
          <pc:docMk/>
          <pc:sldMk cId="0" sldId="262"/>
        </pc:sldMkLst>
        <pc:spChg chg="mod">
          <ac:chgData name="IOANA-DENISA NICUȚĂ" userId="S::ioana.nicuta@stud.ubbcluj.ro::0bbd24c4-032d-44b9-8724-3d7dc0c127d2" providerId="AD" clId="Web-{0468C72B-2BC9-331F-72E2-93FDB878E60C}" dt="2026-01-06T15:13:05.709" v="0" actId="1076"/>
          <ac:spMkLst>
            <pc:docMk/>
            <pc:sldMk cId="0" sldId="262"/>
            <ac:spMk id="6" creationId="{07D354AC-00F5-376B-A43C-5C355436E6BC}"/>
          </ac:spMkLst>
        </pc:spChg>
      </pc:sldChg>
    </pc:docChg>
  </pc:docChgLst>
  <pc:docChgLst>
    <pc:chgData name="DARIA-MARIA CĂTINAȘ" userId="S::daria.catinas@stud.ubbcluj.ro::7d819490-1bc3-46d4-ba88-5272304079c9" providerId="AD" clId="Web-{85D1C1F6-6FF3-81BC-5041-141EE3DADB06}"/>
    <pc:docChg chg="modSld">
      <pc:chgData name="DARIA-MARIA CĂTINAȘ" userId="S::daria.catinas@stud.ubbcluj.ro::7d819490-1bc3-46d4-ba88-5272304079c9" providerId="AD" clId="Web-{85D1C1F6-6FF3-81BC-5041-141EE3DADB06}" dt="2026-01-09T12:56:00.430" v="1" actId="1076"/>
      <pc:docMkLst>
        <pc:docMk/>
      </pc:docMkLst>
      <pc:sldChg chg="modSp">
        <pc:chgData name="DARIA-MARIA CĂTINAȘ" userId="S::daria.catinas@stud.ubbcluj.ro::7d819490-1bc3-46d4-ba88-5272304079c9" providerId="AD" clId="Web-{85D1C1F6-6FF3-81BC-5041-141EE3DADB06}" dt="2026-01-09T12:56:00.430" v="1" actId="1076"/>
        <pc:sldMkLst>
          <pc:docMk/>
          <pc:sldMk cId="0" sldId="257"/>
        </pc:sldMkLst>
        <pc:spChg chg="mod">
          <ac:chgData name="DARIA-MARIA CĂTINAȘ" userId="S::daria.catinas@stud.ubbcluj.ro::7d819490-1bc3-46d4-ba88-5272304079c9" providerId="AD" clId="Web-{85D1C1F6-6FF3-81BC-5041-141EE3DADB06}" dt="2026-01-09T12:56:00.430" v="1" actId="1076"/>
          <ac:spMkLst>
            <pc:docMk/>
            <pc:sldMk cId="0" sldId="257"/>
            <ac:spMk id="2" creationId="{00000000-0000-0000-0000-000000000000}"/>
          </ac:spMkLst>
        </pc:spChg>
      </pc:sldChg>
    </pc:docChg>
  </pc:docChgLst>
  <pc:docChgLst>
    <pc:chgData name="CRINA-TEODORA CRIȘAN" userId="S::crina.teodora.crisan@stud.ubbcluj.ro::726fc3bd-5a77-4ac9-a89c-0c34d2a0636e" providerId="AD" clId="Web-{87C4578C-B7B3-64AB-51DE-19FD98B85A57}"/>
    <pc:docChg chg="delSld modSld">
      <pc:chgData name="CRINA-TEODORA CRIȘAN" userId="S::crina.teodora.crisan@stud.ubbcluj.ro::726fc3bd-5a77-4ac9-a89c-0c34d2a0636e" providerId="AD" clId="Web-{87C4578C-B7B3-64AB-51DE-19FD98B85A57}" dt="2026-01-21T10:28:02.776" v="14"/>
      <pc:docMkLst>
        <pc:docMk/>
      </pc:docMkLst>
    </pc:docChg>
  </pc:docChgLst>
  <pc:docChgLst>
    <pc:chgData name="CRINA-TEODORA CRIȘAN" userId="S::crina.teodora.crisan@stud.ubbcluj.ro::726fc3bd-5a77-4ac9-a89c-0c34d2a0636e" providerId="AD" clId="Web-{EC5C3C5D-1FEA-9043-595D-B8D834033936}"/>
    <pc:docChg chg="addSld delSld">
      <pc:chgData name="CRINA-TEODORA CRIȘAN" userId="S::crina.teodora.crisan@stud.ubbcluj.ro::726fc3bd-5a77-4ac9-a89c-0c34d2a0636e" providerId="AD" clId="Web-{EC5C3C5D-1FEA-9043-595D-B8D834033936}" dt="2026-01-21T10:28:58.901" v="1"/>
      <pc:docMkLst>
        <pc:docMk/>
      </pc:docMkLst>
      <pc:sldChg chg="add del">
        <pc:chgData name="CRINA-TEODORA CRIȘAN" userId="S::crina.teodora.crisan@stud.ubbcluj.ro::726fc3bd-5a77-4ac9-a89c-0c34d2a0636e" providerId="AD" clId="Web-{EC5C3C5D-1FEA-9043-595D-B8D834033936}" dt="2026-01-21T10:28:58.901" v="1"/>
        <pc:sldMkLst>
          <pc:docMk/>
          <pc:sldMk cId="0" sldId="256"/>
        </pc:sldMkLst>
      </pc:sldChg>
    </pc:docChg>
  </pc:docChgLst>
  <pc:docChgLst>
    <pc:chgData name="RAREȘ-PETRIȘOR-FLORIN GRUIA" userId="S::rares.gruia@stud.ubbcluj.ro::b81ad2da-724f-4cc0-92b4-d1a7b2ec1ea9" providerId="AD" clId="Web-{D803D1E7-8405-7B18-7274-2B07849A7366}"/>
    <pc:docChg chg="modSld">
      <pc:chgData name="RAREȘ-PETRIȘOR-FLORIN GRUIA" userId="S::rares.gruia@stud.ubbcluj.ro::b81ad2da-724f-4cc0-92b4-d1a7b2ec1ea9" providerId="AD" clId="Web-{D803D1E7-8405-7B18-7274-2B07849A7366}" dt="2026-01-06T13:02:52.541" v="1" actId="1076"/>
      <pc:docMkLst>
        <pc:docMk/>
      </pc:docMkLst>
      <pc:sldChg chg="modSp">
        <pc:chgData name="RAREȘ-PETRIȘOR-FLORIN GRUIA" userId="S::rares.gruia@stud.ubbcluj.ro::b81ad2da-724f-4cc0-92b4-d1a7b2ec1ea9" providerId="AD" clId="Web-{D803D1E7-8405-7B18-7274-2B07849A7366}" dt="2026-01-06T13:02:52.541" v="1" actId="1076"/>
        <pc:sldMkLst>
          <pc:docMk/>
          <pc:sldMk cId="0" sldId="262"/>
        </pc:sldMkLst>
        <pc:picChg chg="mod">
          <ac:chgData name="RAREȘ-PETRIȘOR-FLORIN GRUIA" userId="S::rares.gruia@stud.ubbcluj.ro::b81ad2da-724f-4cc0-92b4-d1a7b2ec1ea9" providerId="AD" clId="Web-{D803D1E7-8405-7B18-7274-2B07849A7366}" dt="2026-01-06T13:02:52.541" v="1" actId="1076"/>
          <ac:picMkLst>
            <pc:docMk/>
            <pc:sldMk cId="0" sldId="262"/>
            <ac:picMk id="9" creationId="{DFE4BC19-F620-51FF-5EFC-19F4FFBB49C3}"/>
          </ac:picMkLst>
        </pc:picChg>
      </pc:sldChg>
    </pc:docChg>
  </pc:docChgLst>
  <pc:docChgLst>
    <pc:chgData name="MATEI CIUPEI" userId="S::matei.ciupei@stud.ubbcluj.ro::385cf316-ee7f-4bf7-bc6c-84af035081c0" providerId="AD" clId="Web-{A2C5972D-E98B-1785-057E-3E22B502B74C}"/>
    <pc:docChg chg="modSld">
      <pc:chgData name="MATEI CIUPEI" userId="S::matei.ciupei@stud.ubbcluj.ro::385cf316-ee7f-4bf7-bc6c-84af035081c0" providerId="AD" clId="Web-{A2C5972D-E98B-1785-057E-3E22B502B74C}" dt="2026-01-06T10:08:20.260" v="4" actId="20577"/>
      <pc:docMkLst>
        <pc:docMk/>
      </pc:docMkLst>
      <pc:sldChg chg="modSp">
        <pc:chgData name="MATEI CIUPEI" userId="S::matei.ciupei@stud.ubbcluj.ro::385cf316-ee7f-4bf7-bc6c-84af035081c0" providerId="AD" clId="Web-{A2C5972D-E98B-1785-057E-3E22B502B74C}" dt="2026-01-06T10:04:18.402" v="0" actId="1076"/>
        <pc:sldMkLst>
          <pc:docMk/>
          <pc:sldMk cId="0" sldId="257"/>
        </pc:sldMkLst>
        <pc:spChg chg="mod">
          <ac:chgData name="MATEI CIUPEI" userId="S::matei.ciupei@stud.ubbcluj.ro::385cf316-ee7f-4bf7-bc6c-84af035081c0" providerId="AD" clId="Web-{A2C5972D-E98B-1785-057E-3E22B502B74C}" dt="2026-01-06T10:04:18.402" v="0" actId="1076"/>
          <ac:spMkLst>
            <pc:docMk/>
            <pc:sldMk cId="0" sldId="257"/>
            <ac:spMk id="14" creationId="{00000000-0000-0000-0000-000000000000}"/>
          </ac:spMkLst>
        </pc:spChg>
      </pc:sldChg>
      <pc:sldChg chg="modSp">
        <pc:chgData name="MATEI CIUPEI" userId="S::matei.ciupei@stud.ubbcluj.ro::385cf316-ee7f-4bf7-bc6c-84af035081c0" providerId="AD" clId="Web-{A2C5972D-E98B-1785-057E-3E22B502B74C}" dt="2026-01-06T10:08:20.260" v="4" actId="20577"/>
        <pc:sldMkLst>
          <pc:docMk/>
          <pc:sldMk cId="0" sldId="262"/>
        </pc:sldMkLst>
        <pc:spChg chg="mod">
          <ac:chgData name="MATEI CIUPEI" userId="S::matei.ciupei@stud.ubbcluj.ro::385cf316-ee7f-4bf7-bc6c-84af035081c0" providerId="AD" clId="Web-{A2C5972D-E98B-1785-057E-3E22B502B74C}" dt="2026-01-06T10:08:20.260" v="4" actId="20577"/>
          <ac:spMkLst>
            <pc:docMk/>
            <pc:sldMk cId="0" sldId="262"/>
            <ac:spMk id="6" creationId="{07D354AC-00F5-376B-A43C-5C355436E6B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10" Type="http://schemas.openxmlformats.org/officeDocument/2006/relationships/image" Target="../media/image24.svg"/><Relationship Id="rId4" Type="http://schemas.openxmlformats.org/officeDocument/2006/relationships/image" Target="../media/image18.jpe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Relationship Id="rId14" Type="http://schemas.openxmlformats.org/officeDocument/2006/relationships/image" Target="../media/image3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63033" y="6195861"/>
            <a:ext cx="6914093" cy="5028432"/>
          </a:xfrm>
          <a:custGeom>
            <a:avLst/>
            <a:gdLst/>
            <a:ahLst/>
            <a:cxnLst/>
            <a:rect l="l" t="t" r="r" b="b"/>
            <a:pathLst>
              <a:path w="6914093" h="5028432">
                <a:moveTo>
                  <a:pt x="0" y="0"/>
                </a:moveTo>
                <a:lnTo>
                  <a:pt x="6914093" y="0"/>
                </a:lnTo>
                <a:lnTo>
                  <a:pt x="6914093" y="5028431"/>
                </a:lnTo>
                <a:lnTo>
                  <a:pt x="0" y="50284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661979" y="4153649"/>
            <a:ext cx="11835175" cy="1979702"/>
          </a:xfrm>
          <a:custGeom>
            <a:avLst/>
            <a:gdLst/>
            <a:ahLst/>
            <a:cxnLst/>
            <a:rect l="l" t="t" r="r" b="b"/>
            <a:pathLst>
              <a:path w="11835175" h="1979702">
                <a:moveTo>
                  <a:pt x="0" y="0"/>
                </a:moveTo>
                <a:lnTo>
                  <a:pt x="11835175" y="0"/>
                </a:lnTo>
                <a:lnTo>
                  <a:pt x="11835175" y="1979702"/>
                </a:lnTo>
                <a:lnTo>
                  <a:pt x="0" y="1979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191843" y="3341211"/>
            <a:ext cx="12212547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Seminar Psihologia Educației</a:t>
            </a:r>
          </a:p>
        </p:txBody>
      </p:sp>
      <p:sp>
        <p:nvSpPr>
          <p:cNvPr id="6" name="Freeform 6"/>
          <p:cNvSpPr/>
          <p:nvPr/>
        </p:nvSpPr>
        <p:spPr>
          <a:xfrm>
            <a:off x="12456379" y="5404911"/>
            <a:ext cx="8246933" cy="6247677"/>
          </a:xfrm>
          <a:custGeom>
            <a:avLst/>
            <a:gdLst/>
            <a:ahLst/>
            <a:cxnLst/>
            <a:rect l="l" t="t" r="r" b="b"/>
            <a:pathLst>
              <a:path w="8246933" h="6247677">
                <a:moveTo>
                  <a:pt x="0" y="0"/>
                </a:moveTo>
                <a:lnTo>
                  <a:pt x="8246933" y="0"/>
                </a:lnTo>
                <a:lnTo>
                  <a:pt x="8246933" y="6247677"/>
                </a:lnTo>
                <a:lnTo>
                  <a:pt x="0" y="62476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308980" y="-1652824"/>
            <a:ext cx="8905028" cy="5575060"/>
          </a:xfrm>
          <a:custGeom>
            <a:avLst/>
            <a:gdLst/>
            <a:ahLst/>
            <a:cxnLst/>
            <a:rect l="l" t="t" r="r" b="b"/>
            <a:pathLst>
              <a:path w="8905028" h="5575060">
                <a:moveTo>
                  <a:pt x="0" y="0"/>
                </a:moveTo>
                <a:lnTo>
                  <a:pt x="8905029" y="0"/>
                </a:lnTo>
                <a:lnTo>
                  <a:pt x="8905029" y="5575060"/>
                </a:lnTo>
                <a:lnTo>
                  <a:pt x="0" y="55750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3495846">
            <a:off x="-3929800" y="-2685694"/>
            <a:ext cx="5243739" cy="7338566"/>
          </a:xfrm>
          <a:custGeom>
            <a:avLst/>
            <a:gdLst/>
            <a:ahLst/>
            <a:cxnLst/>
            <a:rect l="l" t="t" r="r" b="b"/>
            <a:pathLst>
              <a:path w="5243739" h="7338566">
                <a:moveTo>
                  <a:pt x="0" y="0"/>
                </a:moveTo>
                <a:lnTo>
                  <a:pt x="5243739" y="0"/>
                </a:lnTo>
                <a:lnTo>
                  <a:pt x="5243739" y="7338565"/>
                </a:lnTo>
                <a:lnTo>
                  <a:pt x="0" y="73385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523248" y="8452549"/>
            <a:ext cx="6639489" cy="126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2"/>
              </a:lnSpc>
            </a:pPr>
            <a:r>
              <a:rPr lang="en-US" sz="3594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Drd</a:t>
            </a:r>
            <a:r>
              <a:rPr lang="en-US" sz="3594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. </a:t>
            </a:r>
            <a:r>
              <a:rPr lang="en-US" sz="3594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Miheș</a:t>
            </a:r>
            <a:r>
              <a:rPr lang="en-US" sz="3594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Mihai</a:t>
            </a:r>
          </a:p>
          <a:p>
            <a:pPr algn="ctr">
              <a:lnSpc>
                <a:spcPts val="5032"/>
              </a:lnSpc>
            </a:pPr>
            <a:r>
              <a:rPr lang="en-US" sz="3594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mihaimihes@psychology.ro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65872" y="4635848"/>
            <a:ext cx="10850017" cy="210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Stresul</a:t>
            </a:r>
            <a:r>
              <a:rPr lang="en-US" sz="600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 </a:t>
            </a:r>
            <a:r>
              <a:rPr lang="en-US" sz="6000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și</a:t>
            </a:r>
            <a:r>
              <a:rPr lang="en-US" sz="600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 </a:t>
            </a:r>
            <a:r>
              <a:rPr lang="en-US" sz="6000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Controlul</a:t>
            </a:r>
            <a:r>
              <a:rPr lang="en-US" sz="600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 </a:t>
            </a:r>
            <a:r>
              <a:rPr lang="en-US" sz="6000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Stresului</a:t>
            </a:r>
            <a:endParaRPr lang="en-US" sz="6000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222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037331" y="2030095"/>
            <a:ext cx="13293258" cy="6791564"/>
            <a:chOff x="0" y="0"/>
            <a:chExt cx="3501105" cy="17887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01105" cy="1788725"/>
            </a:xfrm>
            <a:custGeom>
              <a:avLst/>
              <a:gdLst/>
              <a:ahLst/>
              <a:cxnLst/>
              <a:rect l="l" t="t" r="r" b="b"/>
              <a:pathLst>
                <a:path w="3501105" h="1788725">
                  <a:moveTo>
                    <a:pt x="0" y="0"/>
                  </a:moveTo>
                  <a:lnTo>
                    <a:pt x="3501105" y="0"/>
                  </a:lnTo>
                  <a:lnTo>
                    <a:pt x="3501105" y="1788725"/>
                  </a:lnTo>
                  <a:lnTo>
                    <a:pt x="0" y="1788725"/>
                  </a:ln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w="38100" cap="sq">
              <a:solidFill>
                <a:srgbClr val="000000">
                  <a:alpha val="31765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501105" cy="1836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19862" y="1692036"/>
            <a:ext cx="13293258" cy="6791564"/>
            <a:chOff x="0" y="0"/>
            <a:chExt cx="3501105" cy="17887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01105" cy="1788725"/>
            </a:xfrm>
            <a:custGeom>
              <a:avLst/>
              <a:gdLst/>
              <a:ahLst/>
              <a:cxnLst/>
              <a:rect l="l" t="t" r="r" b="b"/>
              <a:pathLst>
                <a:path w="3501105" h="1788725">
                  <a:moveTo>
                    <a:pt x="6406" y="0"/>
                  </a:moveTo>
                  <a:lnTo>
                    <a:pt x="3494699" y="0"/>
                  </a:lnTo>
                  <a:cubicBezTo>
                    <a:pt x="3496397" y="0"/>
                    <a:pt x="3498027" y="675"/>
                    <a:pt x="3499229" y="1876"/>
                  </a:cubicBezTo>
                  <a:cubicBezTo>
                    <a:pt x="3500430" y="3078"/>
                    <a:pt x="3501105" y="4707"/>
                    <a:pt x="3501105" y="6406"/>
                  </a:cubicBezTo>
                  <a:lnTo>
                    <a:pt x="3501105" y="1782318"/>
                  </a:lnTo>
                  <a:cubicBezTo>
                    <a:pt x="3501105" y="1785856"/>
                    <a:pt x="3498237" y="1788725"/>
                    <a:pt x="3494699" y="1788725"/>
                  </a:cubicBezTo>
                  <a:lnTo>
                    <a:pt x="6406" y="1788725"/>
                  </a:lnTo>
                  <a:cubicBezTo>
                    <a:pt x="4707" y="1788725"/>
                    <a:pt x="3078" y="1788050"/>
                    <a:pt x="1876" y="1786848"/>
                  </a:cubicBezTo>
                  <a:cubicBezTo>
                    <a:pt x="675" y="1785647"/>
                    <a:pt x="0" y="1784017"/>
                    <a:pt x="0" y="1782318"/>
                  </a:cubicBezTo>
                  <a:lnTo>
                    <a:pt x="0" y="6406"/>
                  </a:lnTo>
                  <a:cubicBezTo>
                    <a:pt x="0" y="4707"/>
                    <a:pt x="675" y="3078"/>
                    <a:pt x="1876" y="1876"/>
                  </a:cubicBezTo>
                  <a:cubicBezTo>
                    <a:pt x="3078" y="675"/>
                    <a:pt x="4707" y="0"/>
                    <a:pt x="640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501105" cy="1836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928985" y="1314623"/>
            <a:ext cx="3667332" cy="946839"/>
          </a:xfrm>
          <a:custGeom>
            <a:avLst/>
            <a:gdLst/>
            <a:ahLst/>
            <a:cxnLst/>
            <a:rect l="l" t="t" r="r" b="b"/>
            <a:pathLst>
              <a:path w="3667332" h="946839">
                <a:moveTo>
                  <a:pt x="0" y="0"/>
                </a:moveTo>
                <a:lnTo>
                  <a:pt x="3667333" y="0"/>
                </a:lnTo>
                <a:lnTo>
                  <a:pt x="3667333" y="946839"/>
                </a:lnTo>
                <a:lnTo>
                  <a:pt x="0" y="946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469465" y="5905716"/>
            <a:ext cx="6921795" cy="4114800"/>
          </a:xfrm>
          <a:custGeom>
            <a:avLst/>
            <a:gdLst/>
            <a:ahLst/>
            <a:cxnLst/>
            <a:rect l="l" t="t" r="r" b="b"/>
            <a:pathLst>
              <a:path w="6921795" h="4114800">
                <a:moveTo>
                  <a:pt x="0" y="0"/>
                </a:moveTo>
                <a:lnTo>
                  <a:pt x="6921795" y="0"/>
                </a:lnTo>
                <a:lnTo>
                  <a:pt x="69217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951045" y="37781"/>
            <a:ext cx="5623213" cy="1086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65"/>
              </a:lnSpc>
              <a:spcBef>
                <a:spcPct val="0"/>
              </a:spcBef>
            </a:pPr>
            <a:r>
              <a:rPr lang="en-US" sz="6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Stresul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46745" y="5566289"/>
            <a:ext cx="11628174" cy="1271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05"/>
              </a:lnSpc>
              <a:spcBef>
                <a:spcPct val="0"/>
              </a:spcBef>
            </a:pPr>
            <a:r>
              <a:rPr lang="en-US" sz="3646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Stresul</a:t>
            </a:r>
            <a:r>
              <a:rPr lang="en-US" sz="3646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646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apare</a:t>
            </a:r>
            <a:r>
              <a:rPr lang="en-US" sz="3646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din </a:t>
            </a:r>
            <a:r>
              <a:rPr lang="en-US" sz="3646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prezenţa</a:t>
            </a:r>
            <a:r>
              <a:rPr lang="en-US" sz="3646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/</a:t>
            </a:r>
            <a:r>
              <a:rPr lang="en-US" sz="3646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absenţa</a:t>
            </a:r>
            <a:r>
              <a:rPr lang="en-US" sz="3646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646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factorilor</a:t>
            </a:r>
            <a:r>
              <a:rPr lang="en-US" sz="3646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</a:t>
            </a:r>
            <a:r>
              <a:rPr lang="en-US" sz="3646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stres</a:t>
            </a:r>
            <a:r>
              <a:rPr lang="en-US" sz="3646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</a:t>
            </a:r>
            <a:r>
              <a:rPr lang="en-US" sz="3646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resurse</a:t>
            </a:r>
            <a:r>
              <a:rPr lang="en-US" sz="3646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646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personale</a:t>
            </a:r>
            <a:r>
              <a:rPr lang="en-US" sz="3646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</a:t>
            </a:r>
            <a:r>
              <a:rPr lang="en-US" sz="3646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confruntare</a:t>
            </a:r>
            <a:r>
              <a:rPr lang="en-US" sz="3646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cu </a:t>
            </a:r>
            <a:r>
              <a:rPr lang="en-US" sz="3646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stresorii</a:t>
            </a:r>
            <a:r>
              <a:rPr lang="en-US" sz="3646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646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şi</a:t>
            </a:r>
            <a:r>
              <a:rPr lang="en-US" sz="3646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646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tipul</a:t>
            </a:r>
            <a:r>
              <a:rPr lang="en-US" sz="3646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</a:t>
            </a:r>
            <a:r>
              <a:rPr lang="en-US" sz="3646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reacţii</a:t>
            </a:r>
            <a:r>
              <a:rPr lang="en-US" sz="3646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la </a:t>
            </a:r>
            <a:r>
              <a:rPr lang="en-US" sz="3646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stres</a:t>
            </a:r>
            <a:endParaRPr lang="en-US" sz="3646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874880" y="4755916"/>
            <a:ext cx="4629550" cy="48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4"/>
              </a:lnSpc>
            </a:pPr>
            <a:r>
              <a:rPr lang="en-US" sz="2881" b="1">
                <a:solidFill>
                  <a:srgbClr val="01070A"/>
                </a:solidFill>
                <a:latin typeface="Dosis Medium"/>
                <a:ea typeface="Dosis Medium"/>
                <a:cs typeface="Dosis Medium"/>
                <a:sym typeface="Dosis Medium"/>
              </a:rPr>
              <a:t>Are o </a:t>
            </a:r>
            <a:r>
              <a:rPr lang="en-US" sz="2881" b="1" err="1">
                <a:solidFill>
                  <a:srgbClr val="01070A"/>
                </a:solidFill>
                <a:latin typeface="Dosis Medium"/>
                <a:ea typeface="Dosis Medium"/>
                <a:cs typeface="Dosis Medium"/>
                <a:sym typeface="Dosis Medium"/>
              </a:rPr>
              <a:t>componentă</a:t>
            </a:r>
            <a:r>
              <a:rPr lang="en-US" sz="2881" b="1">
                <a:solidFill>
                  <a:srgbClr val="01070A"/>
                </a:solidFill>
                <a:latin typeface="Dosis Medium"/>
                <a:ea typeface="Dosis Medium"/>
                <a:cs typeface="Dosis Medium"/>
                <a:sym typeface="Dosis Medium"/>
              </a:rPr>
              <a:t> </a:t>
            </a:r>
            <a:r>
              <a:rPr lang="en-US" sz="2881" b="1" err="1">
                <a:solidFill>
                  <a:srgbClr val="01070A"/>
                </a:solidFill>
                <a:latin typeface="Dosis Medium"/>
                <a:ea typeface="Dosis Medium"/>
                <a:cs typeface="Dosis Medium"/>
                <a:sym typeface="Dosis Medium"/>
              </a:rPr>
              <a:t>subiectivă</a:t>
            </a:r>
            <a:endParaRPr lang="en-US" sz="2881" b="1">
              <a:solidFill>
                <a:srgbClr val="01070A"/>
              </a:solidFill>
              <a:latin typeface="Dosis Medium"/>
              <a:ea typeface="Dosis Medium"/>
              <a:cs typeface="Dosis Medium"/>
              <a:sym typeface="Dosis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035514" y="2568058"/>
            <a:ext cx="12489623" cy="1656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4"/>
              </a:lnSpc>
              <a:spcBef>
                <a:spcPct val="0"/>
              </a:spcBef>
            </a:pPr>
            <a:r>
              <a:rPr lang="en-US" sz="315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Un </a:t>
            </a:r>
            <a:r>
              <a:rPr lang="en-US" sz="315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răspuns</a:t>
            </a:r>
            <a:r>
              <a:rPr lang="en-US" sz="315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complex care </a:t>
            </a:r>
            <a:r>
              <a:rPr lang="en-US" sz="315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decurge</a:t>
            </a:r>
            <a:r>
              <a:rPr lang="en-US" sz="315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din </a:t>
            </a:r>
            <a:r>
              <a:rPr lang="en-US" sz="315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confruntarea</a:t>
            </a:r>
            <a:r>
              <a:rPr lang="en-US" sz="315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15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persoanei</a:t>
            </a:r>
            <a:r>
              <a:rPr lang="en-US" sz="315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cu </a:t>
            </a:r>
            <a:r>
              <a:rPr lang="en-US" sz="315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cerințe</a:t>
            </a:r>
            <a:r>
              <a:rPr lang="en-US" sz="315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</a:t>
            </a:r>
            <a:r>
              <a:rPr lang="en-US" sz="315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sarcini</a:t>
            </a:r>
            <a:r>
              <a:rPr lang="en-US" sz="315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</a:t>
            </a:r>
            <a:r>
              <a:rPr lang="en-US" sz="315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situații</a:t>
            </a:r>
            <a:r>
              <a:rPr lang="en-US" sz="315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15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percepute</a:t>
            </a:r>
            <a:r>
              <a:rPr lang="en-US" sz="315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ca </a:t>
            </a:r>
            <a:r>
              <a:rPr lang="en-US" sz="315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fiind</a:t>
            </a:r>
            <a:r>
              <a:rPr lang="en-US" sz="315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15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dificile</a:t>
            </a:r>
            <a:r>
              <a:rPr lang="en-US" sz="315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</a:t>
            </a:r>
            <a:r>
              <a:rPr lang="en-US" sz="315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dureroase</a:t>
            </a:r>
            <a:r>
              <a:rPr lang="en-US" sz="315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15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sau</a:t>
            </a:r>
            <a:r>
              <a:rPr lang="en-US" sz="315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cu </a:t>
            </a:r>
            <a:r>
              <a:rPr lang="en-US" sz="315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miză</a:t>
            </a:r>
            <a:r>
              <a:rPr lang="en-US" sz="315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mare </a:t>
            </a:r>
            <a:r>
              <a:rPr lang="en-US" sz="315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pentru</a:t>
            </a:r>
            <a:r>
              <a:rPr lang="en-US" sz="315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15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persoana</a:t>
            </a:r>
            <a:r>
              <a:rPr lang="en-US" sz="315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15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</a:t>
            </a:r>
            <a:r>
              <a:rPr lang="en-US" sz="315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153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cauză</a:t>
            </a:r>
            <a:r>
              <a:rPr lang="en-US" sz="3153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57225" cap="sq">
              <a:solidFill>
                <a:srgbClr val="1E3F48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936822" y="550511"/>
            <a:ext cx="10707215" cy="143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3"/>
              </a:lnSpc>
            </a:pPr>
            <a:r>
              <a:rPr lang="en-US" sz="8495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Pauză</a:t>
            </a:r>
            <a:r>
              <a:rPr lang="en-US" sz="8495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 cu Momo</a:t>
            </a:r>
          </a:p>
        </p:txBody>
      </p:sp>
      <p:pic>
        <p:nvPicPr>
          <p:cNvPr id="9" name="Imagine 8">
            <a:extLst>
              <a:ext uri="{FF2B5EF4-FFF2-40B4-BE49-F238E27FC236}">
                <a16:creationId xmlns:a16="http://schemas.microsoft.com/office/drawing/2014/main" id="{DFE4BC19-F620-51FF-5EFC-19F4FFBB49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741" y="1821214"/>
            <a:ext cx="3677859" cy="7915275"/>
          </a:xfrm>
          <a:prstGeom prst="rect">
            <a:avLst/>
          </a:prstGeom>
        </p:spPr>
      </p:pic>
      <p:sp>
        <p:nvSpPr>
          <p:cNvPr id="6" name="CasetăText 5">
            <a:extLst>
              <a:ext uri="{FF2B5EF4-FFF2-40B4-BE49-F238E27FC236}">
                <a16:creationId xmlns:a16="http://schemas.microsoft.com/office/drawing/2014/main" id="{07D354AC-00F5-376B-A43C-5C355436E6BC}"/>
              </a:ext>
            </a:extLst>
          </p:cNvPr>
          <p:cNvSpPr txBox="1"/>
          <p:nvPr/>
        </p:nvSpPr>
        <p:spPr>
          <a:xfrm>
            <a:off x="3931491" y="1816005"/>
            <a:ext cx="10707215" cy="16773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o-RO" sz="8500" err="1">
                <a:solidFill>
                  <a:srgbClr val="01070A"/>
                </a:solidFill>
                <a:latin typeface="Carelia"/>
                <a:sym typeface="Carelia"/>
              </a:rPr>
              <a:t>Momo</a:t>
            </a:r>
            <a:r>
              <a:rPr lang="ro-RO" sz="8500">
                <a:solidFill>
                  <a:srgbClr val="01070A"/>
                </a:solidFill>
                <a:latin typeface="Carelia"/>
                <a:sym typeface="Carelia"/>
              </a:rPr>
              <a:t> anti-stres</a:t>
            </a:r>
            <a:endParaRPr lang="en-US" sz="8500">
              <a:solidFill>
                <a:srgbClr val="01070A"/>
              </a:solidFill>
              <a:latin typeface="Carelia"/>
              <a:sym typeface="Carelia"/>
            </a:endParaRPr>
          </a:p>
          <a:p>
            <a:endParaRPr lang="en-GB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973208" y="2725793"/>
            <a:ext cx="3320006" cy="5572849"/>
            <a:chOff x="0" y="0"/>
            <a:chExt cx="1415529" cy="23760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15529" cy="2376060"/>
            </a:xfrm>
            <a:custGeom>
              <a:avLst/>
              <a:gdLst/>
              <a:ahLst/>
              <a:cxnLst/>
              <a:rect l="l" t="t" r="r" b="b"/>
              <a:pathLst>
                <a:path w="1415529" h="2376060">
                  <a:moveTo>
                    <a:pt x="72289" y="0"/>
                  </a:moveTo>
                  <a:lnTo>
                    <a:pt x="1343240" y="0"/>
                  </a:lnTo>
                  <a:cubicBezTo>
                    <a:pt x="1383165" y="0"/>
                    <a:pt x="1415529" y="32365"/>
                    <a:pt x="1415529" y="72289"/>
                  </a:cubicBezTo>
                  <a:lnTo>
                    <a:pt x="1415529" y="2303771"/>
                  </a:lnTo>
                  <a:cubicBezTo>
                    <a:pt x="1415529" y="2343695"/>
                    <a:pt x="1383165" y="2376060"/>
                    <a:pt x="1343240" y="2376060"/>
                  </a:cubicBezTo>
                  <a:lnTo>
                    <a:pt x="72289" y="2376060"/>
                  </a:lnTo>
                  <a:cubicBezTo>
                    <a:pt x="53117" y="2376060"/>
                    <a:pt x="34730" y="2368443"/>
                    <a:pt x="21173" y="2354887"/>
                  </a:cubicBezTo>
                  <a:cubicBezTo>
                    <a:pt x="7616" y="2341330"/>
                    <a:pt x="0" y="2322943"/>
                    <a:pt x="0" y="2303771"/>
                  </a:cubicBezTo>
                  <a:lnTo>
                    <a:pt x="0" y="72289"/>
                  </a:lnTo>
                  <a:cubicBezTo>
                    <a:pt x="0" y="53117"/>
                    <a:pt x="7616" y="34730"/>
                    <a:pt x="21173" y="21173"/>
                  </a:cubicBezTo>
                  <a:cubicBezTo>
                    <a:pt x="34730" y="7616"/>
                    <a:pt x="53117" y="0"/>
                    <a:pt x="722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15529" cy="2423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81266" y="2902296"/>
            <a:ext cx="2903889" cy="2903889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3"/>
              <a:stretch>
                <a:fillRect l="-25015" r="-2501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647867" y="2725793"/>
            <a:ext cx="3320006" cy="5572849"/>
            <a:chOff x="0" y="0"/>
            <a:chExt cx="1415529" cy="23760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15529" cy="2376060"/>
            </a:xfrm>
            <a:custGeom>
              <a:avLst/>
              <a:gdLst/>
              <a:ahLst/>
              <a:cxnLst/>
              <a:rect l="l" t="t" r="r" b="b"/>
              <a:pathLst>
                <a:path w="1415529" h="2376060">
                  <a:moveTo>
                    <a:pt x="72289" y="0"/>
                  </a:moveTo>
                  <a:lnTo>
                    <a:pt x="1343240" y="0"/>
                  </a:lnTo>
                  <a:cubicBezTo>
                    <a:pt x="1383165" y="0"/>
                    <a:pt x="1415529" y="32365"/>
                    <a:pt x="1415529" y="72289"/>
                  </a:cubicBezTo>
                  <a:lnTo>
                    <a:pt x="1415529" y="2303771"/>
                  </a:lnTo>
                  <a:cubicBezTo>
                    <a:pt x="1415529" y="2343695"/>
                    <a:pt x="1383165" y="2376060"/>
                    <a:pt x="1343240" y="2376060"/>
                  </a:cubicBezTo>
                  <a:lnTo>
                    <a:pt x="72289" y="2376060"/>
                  </a:lnTo>
                  <a:cubicBezTo>
                    <a:pt x="53117" y="2376060"/>
                    <a:pt x="34730" y="2368443"/>
                    <a:pt x="21173" y="2354887"/>
                  </a:cubicBezTo>
                  <a:cubicBezTo>
                    <a:pt x="7616" y="2341330"/>
                    <a:pt x="0" y="2322943"/>
                    <a:pt x="0" y="2303771"/>
                  </a:cubicBezTo>
                  <a:lnTo>
                    <a:pt x="0" y="72289"/>
                  </a:lnTo>
                  <a:cubicBezTo>
                    <a:pt x="0" y="53117"/>
                    <a:pt x="7616" y="34730"/>
                    <a:pt x="21173" y="21173"/>
                  </a:cubicBezTo>
                  <a:cubicBezTo>
                    <a:pt x="34730" y="7616"/>
                    <a:pt x="53117" y="0"/>
                    <a:pt x="722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415529" cy="2423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55926" y="2902296"/>
            <a:ext cx="2903889" cy="2903889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4"/>
              <a:stretch>
                <a:fillRect l="-25061" r="-25061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9321327" y="2781549"/>
            <a:ext cx="3320006" cy="5572849"/>
            <a:chOff x="0" y="0"/>
            <a:chExt cx="1415529" cy="23760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15529" cy="2376060"/>
            </a:xfrm>
            <a:custGeom>
              <a:avLst/>
              <a:gdLst/>
              <a:ahLst/>
              <a:cxnLst/>
              <a:rect l="l" t="t" r="r" b="b"/>
              <a:pathLst>
                <a:path w="1415529" h="2376060">
                  <a:moveTo>
                    <a:pt x="72289" y="0"/>
                  </a:moveTo>
                  <a:lnTo>
                    <a:pt x="1343240" y="0"/>
                  </a:lnTo>
                  <a:cubicBezTo>
                    <a:pt x="1383165" y="0"/>
                    <a:pt x="1415529" y="32365"/>
                    <a:pt x="1415529" y="72289"/>
                  </a:cubicBezTo>
                  <a:lnTo>
                    <a:pt x="1415529" y="2303771"/>
                  </a:lnTo>
                  <a:cubicBezTo>
                    <a:pt x="1415529" y="2343695"/>
                    <a:pt x="1383165" y="2376060"/>
                    <a:pt x="1343240" y="2376060"/>
                  </a:cubicBezTo>
                  <a:lnTo>
                    <a:pt x="72289" y="2376060"/>
                  </a:lnTo>
                  <a:cubicBezTo>
                    <a:pt x="53117" y="2376060"/>
                    <a:pt x="34730" y="2368443"/>
                    <a:pt x="21173" y="2354887"/>
                  </a:cubicBezTo>
                  <a:cubicBezTo>
                    <a:pt x="7616" y="2341330"/>
                    <a:pt x="0" y="2322943"/>
                    <a:pt x="0" y="2303771"/>
                  </a:cubicBezTo>
                  <a:lnTo>
                    <a:pt x="0" y="72289"/>
                  </a:lnTo>
                  <a:cubicBezTo>
                    <a:pt x="0" y="53117"/>
                    <a:pt x="7616" y="34730"/>
                    <a:pt x="21173" y="21173"/>
                  </a:cubicBezTo>
                  <a:cubicBezTo>
                    <a:pt x="34730" y="7616"/>
                    <a:pt x="53117" y="0"/>
                    <a:pt x="722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415529" cy="2423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29385" y="2958052"/>
            <a:ext cx="2903889" cy="2903889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5"/>
              <a:stretch>
                <a:fillRect l="-25015" r="-25015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2994787" y="2725793"/>
            <a:ext cx="3320006" cy="5572849"/>
            <a:chOff x="0" y="0"/>
            <a:chExt cx="1415529" cy="23760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15529" cy="2376060"/>
            </a:xfrm>
            <a:custGeom>
              <a:avLst/>
              <a:gdLst/>
              <a:ahLst/>
              <a:cxnLst/>
              <a:rect l="l" t="t" r="r" b="b"/>
              <a:pathLst>
                <a:path w="1415529" h="2376060">
                  <a:moveTo>
                    <a:pt x="72289" y="0"/>
                  </a:moveTo>
                  <a:lnTo>
                    <a:pt x="1343240" y="0"/>
                  </a:lnTo>
                  <a:cubicBezTo>
                    <a:pt x="1383165" y="0"/>
                    <a:pt x="1415529" y="32365"/>
                    <a:pt x="1415529" y="72289"/>
                  </a:cubicBezTo>
                  <a:lnTo>
                    <a:pt x="1415529" y="2303771"/>
                  </a:lnTo>
                  <a:cubicBezTo>
                    <a:pt x="1415529" y="2343695"/>
                    <a:pt x="1383165" y="2376060"/>
                    <a:pt x="1343240" y="2376060"/>
                  </a:cubicBezTo>
                  <a:lnTo>
                    <a:pt x="72289" y="2376060"/>
                  </a:lnTo>
                  <a:cubicBezTo>
                    <a:pt x="53117" y="2376060"/>
                    <a:pt x="34730" y="2368443"/>
                    <a:pt x="21173" y="2354887"/>
                  </a:cubicBezTo>
                  <a:cubicBezTo>
                    <a:pt x="7616" y="2341330"/>
                    <a:pt x="0" y="2322943"/>
                    <a:pt x="0" y="2303771"/>
                  </a:cubicBezTo>
                  <a:lnTo>
                    <a:pt x="0" y="72289"/>
                  </a:lnTo>
                  <a:cubicBezTo>
                    <a:pt x="0" y="53117"/>
                    <a:pt x="7616" y="34730"/>
                    <a:pt x="21173" y="21173"/>
                  </a:cubicBezTo>
                  <a:cubicBezTo>
                    <a:pt x="34730" y="7616"/>
                    <a:pt x="53117" y="0"/>
                    <a:pt x="722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415529" cy="2423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202845" y="2902296"/>
            <a:ext cx="2903889" cy="2903889"/>
            <a:chOff x="0" y="0"/>
            <a:chExt cx="6350000" cy="6350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6"/>
              <a:stretch>
                <a:fillRect t="-24985" b="-24985"/>
              </a:stretch>
            </a:blipFill>
          </p:spPr>
        </p:sp>
      </p:grpSp>
      <p:sp>
        <p:nvSpPr>
          <p:cNvPr id="23" name="Freeform 23"/>
          <p:cNvSpPr/>
          <p:nvPr/>
        </p:nvSpPr>
        <p:spPr>
          <a:xfrm>
            <a:off x="14957345" y="6744287"/>
            <a:ext cx="6266893" cy="4307065"/>
          </a:xfrm>
          <a:custGeom>
            <a:avLst/>
            <a:gdLst/>
            <a:ahLst/>
            <a:cxnLst/>
            <a:rect l="l" t="t" r="r" b="b"/>
            <a:pathLst>
              <a:path w="6266893" h="4307065">
                <a:moveTo>
                  <a:pt x="0" y="0"/>
                </a:moveTo>
                <a:lnTo>
                  <a:pt x="6266894" y="0"/>
                </a:lnTo>
                <a:lnTo>
                  <a:pt x="6266894" y="4307064"/>
                </a:lnTo>
                <a:lnTo>
                  <a:pt x="0" y="43070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-2023959" y="6897975"/>
            <a:ext cx="4793068" cy="3485868"/>
          </a:xfrm>
          <a:custGeom>
            <a:avLst/>
            <a:gdLst/>
            <a:ahLst/>
            <a:cxnLst/>
            <a:rect l="l" t="t" r="r" b="b"/>
            <a:pathLst>
              <a:path w="4793068" h="3485868">
                <a:moveTo>
                  <a:pt x="0" y="0"/>
                </a:moveTo>
                <a:lnTo>
                  <a:pt x="4793068" y="0"/>
                </a:lnTo>
                <a:lnTo>
                  <a:pt x="4793068" y="3485868"/>
                </a:lnTo>
                <a:lnTo>
                  <a:pt x="0" y="34858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2954546" y="1247013"/>
            <a:ext cx="12378908" cy="88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49"/>
              </a:lnSpc>
            </a:pPr>
            <a:r>
              <a:rPr lang="en-US" sz="5249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Raspunsul la stres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186759" y="6345671"/>
            <a:ext cx="282293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acţiune directă asupra stresorului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898319" y="6078971"/>
            <a:ext cx="2822933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căutare de informaţii despre stresor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569863" y="6612225"/>
            <a:ext cx="282293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neimplicare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243323" y="6345671"/>
            <a:ext cx="2822933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activarea unor mecanisme de apărare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064761" y="417963"/>
            <a:ext cx="14154503" cy="8229600"/>
            <a:chOff x="0" y="0"/>
            <a:chExt cx="3727935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27935" cy="2167467"/>
            </a:xfrm>
            <a:custGeom>
              <a:avLst/>
              <a:gdLst/>
              <a:ahLst/>
              <a:cxnLst/>
              <a:rect l="l" t="t" r="r" b="b"/>
              <a:pathLst>
                <a:path w="3727935" h="2167467">
                  <a:moveTo>
                    <a:pt x="6017" y="0"/>
                  </a:moveTo>
                  <a:lnTo>
                    <a:pt x="3721918" y="0"/>
                  </a:lnTo>
                  <a:cubicBezTo>
                    <a:pt x="3725241" y="0"/>
                    <a:pt x="3727935" y="2694"/>
                    <a:pt x="3727935" y="6017"/>
                  </a:cubicBezTo>
                  <a:lnTo>
                    <a:pt x="3727935" y="2161450"/>
                  </a:lnTo>
                  <a:cubicBezTo>
                    <a:pt x="3727935" y="2164773"/>
                    <a:pt x="3725241" y="2167467"/>
                    <a:pt x="3721918" y="2167467"/>
                  </a:cubicBezTo>
                  <a:lnTo>
                    <a:pt x="6017" y="2167467"/>
                  </a:lnTo>
                  <a:cubicBezTo>
                    <a:pt x="2694" y="2167467"/>
                    <a:pt x="0" y="2164773"/>
                    <a:pt x="0" y="2161450"/>
                  </a:cubicBezTo>
                  <a:lnTo>
                    <a:pt x="0" y="6017"/>
                  </a:lnTo>
                  <a:cubicBezTo>
                    <a:pt x="0" y="2694"/>
                    <a:pt x="2694" y="0"/>
                    <a:pt x="601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727935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437385" y="3367245"/>
            <a:ext cx="1855658" cy="185565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794018" y="3738417"/>
            <a:ext cx="1142391" cy="1113312"/>
          </a:xfrm>
          <a:custGeom>
            <a:avLst/>
            <a:gdLst/>
            <a:ahLst/>
            <a:cxnLst/>
            <a:rect l="l" t="t" r="r" b="b"/>
            <a:pathLst>
              <a:path w="1142391" h="1113312">
                <a:moveTo>
                  <a:pt x="0" y="0"/>
                </a:moveTo>
                <a:lnTo>
                  <a:pt x="1142391" y="0"/>
                </a:lnTo>
                <a:lnTo>
                  <a:pt x="1142391" y="1113313"/>
                </a:lnTo>
                <a:lnTo>
                  <a:pt x="0" y="111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76159" y="6894969"/>
            <a:ext cx="3835024" cy="3091905"/>
          </a:xfrm>
          <a:custGeom>
            <a:avLst/>
            <a:gdLst/>
            <a:ahLst/>
            <a:cxnLst/>
            <a:rect l="l" t="t" r="r" b="b"/>
            <a:pathLst>
              <a:path w="3835024" h="3091905">
                <a:moveTo>
                  <a:pt x="0" y="0"/>
                </a:moveTo>
                <a:lnTo>
                  <a:pt x="3835024" y="0"/>
                </a:lnTo>
                <a:lnTo>
                  <a:pt x="3835024" y="3091905"/>
                </a:lnTo>
                <a:lnTo>
                  <a:pt x="0" y="30919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6623173" y="3367245"/>
            <a:ext cx="1855658" cy="185565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055657" y="3353634"/>
            <a:ext cx="1855658" cy="1855658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484102" y="3359749"/>
            <a:ext cx="1855658" cy="1855658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7026068" y="3665981"/>
            <a:ext cx="1177785" cy="1346740"/>
          </a:xfrm>
          <a:custGeom>
            <a:avLst/>
            <a:gdLst/>
            <a:ahLst/>
            <a:cxnLst/>
            <a:rect l="l" t="t" r="r" b="b"/>
            <a:pathLst>
              <a:path w="1177785" h="1346740">
                <a:moveTo>
                  <a:pt x="0" y="0"/>
                </a:moveTo>
                <a:lnTo>
                  <a:pt x="1177785" y="0"/>
                </a:lnTo>
                <a:lnTo>
                  <a:pt x="1177785" y="1346740"/>
                </a:lnTo>
                <a:lnTo>
                  <a:pt x="0" y="13467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564806" y="3775199"/>
            <a:ext cx="871871" cy="1128304"/>
          </a:xfrm>
          <a:custGeom>
            <a:avLst/>
            <a:gdLst/>
            <a:ahLst/>
            <a:cxnLst/>
            <a:rect l="l" t="t" r="r" b="b"/>
            <a:pathLst>
              <a:path w="871871" h="1128304">
                <a:moveTo>
                  <a:pt x="0" y="0"/>
                </a:moveTo>
                <a:lnTo>
                  <a:pt x="871871" y="0"/>
                </a:lnTo>
                <a:lnTo>
                  <a:pt x="871871" y="1128304"/>
                </a:lnTo>
                <a:lnTo>
                  <a:pt x="0" y="11283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2" name="Freeform 22"/>
          <p:cNvSpPr/>
          <p:nvPr/>
        </p:nvSpPr>
        <p:spPr>
          <a:xfrm>
            <a:off x="13913637" y="3665981"/>
            <a:ext cx="996588" cy="1346740"/>
          </a:xfrm>
          <a:custGeom>
            <a:avLst/>
            <a:gdLst/>
            <a:ahLst/>
            <a:cxnLst/>
            <a:rect l="l" t="t" r="r" b="b"/>
            <a:pathLst>
              <a:path w="996588" h="1346740">
                <a:moveTo>
                  <a:pt x="0" y="0"/>
                </a:moveTo>
                <a:lnTo>
                  <a:pt x="996587" y="0"/>
                </a:lnTo>
                <a:lnTo>
                  <a:pt x="996587" y="1346740"/>
                </a:lnTo>
                <a:lnTo>
                  <a:pt x="0" y="134674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1664827" y="7806013"/>
            <a:ext cx="5792103" cy="2522235"/>
          </a:xfrm>
          <a:custGeom>
            <a:avLst/>
            <a:gdLst/>
            <a:ahLst/>
            <a:cxnLst/>
            <a:rect l="l" t="t" r="r" b="b"/>
            <a:pathLst>
              <a:path w="5792103" h="2522235">
                <a:moveTo>
                  <a:pt x="0" y="0"/>
                </a:moveTo>
                <a:lnTo>
                  <a:pt x="5792103" y="0"/>
                </a:lnTo>
                <a:lnTo>
                  <a:pt x="5792103" y="2522235"/>
                </a:lnTo>
                <a:lnTo>
                  <a:pt x="0" y="252223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4762897" y="1527166"/>
            <a:ext cx="8762207" cy="108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65"/>
              </a:lnSpc>
              <a:spcBef>
                <a:spcPct val="0"/>
              </a:spcBef>
            </a:pPr>
            <a:r>
              <a:rPr lang="en-US" sz="6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Reacții la stres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736835" y="5299705"/>
            <a:ext cx="3006961" cy="130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Reacţii fizice/fiziologice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137039" y="5299705"/>
            <a:ext cx="3006961" cy="130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Reacţii </a:t>
            </a:r>
          </a:p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cognitive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34525" y="5299705"/>
            <a:ext cx="3006961" cy="130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Reacţii emoţionale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729559" y="5299705"/>
            <a:ext cx="3324885" cy="130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Reacţii comportamentale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804885" y="-667606"/>
            <a:ext cx="12340996" cy="12247451"/>
            <a:chOff x="0" y="0"/>
            <a:chExt cx="3250304" cy="32256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50304" cy="3225666"/>
            </a:xfrm>
            <a:custGeom>
              <a:avLst/>
              <a:gdLst/>
              <a:ahLst/>
              <a:cxnLst/>
              <a:rect l="l" t="t" r="r" b="b"/>
              <a:pathLst>
                <a:path w="3250304" h="3225666">
                  <a:moveTo>
                    <a:pt x="0" y="0"/>
                  </a:moveTo>
                  <a:lnTo>
                    <a:pt x="3250304" y="0"/>
                  </a:lnTo>
                  <a:lnTo>
                    <a:pt x="3250304" y="3225666"/>
                  </a:lnTo>
                  <a:lnTo>
                    <a:pt x="0" y="322566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250304" cy="3273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4634168" y="7532431"/>
            <a:ext cx="5565196" cy="4047415"/>
          </a:xfrm>
          <a:custGeom>
            <a:avLst/>
            <a:gdLst/>
            <a:ahLst/>
            <a:cxnLst/>
            <a:rect l="l" t="t" r="r" b="b"/>
            <a:pathLst>
              <a:path w="5565196" h="4047415">
                <a:moveTo>
                  <a:pt x="5565195" y="0"/>
                </a:moveTo>
                <a:lnTo>
                  <a:pt x="0" y="0"/>
                </a:lnTo>
                <a:lnTo>
                  <a:pt x="0" y="4047415"/>
                </a:lnTo>
                <a:lnTo>
                  <a:pt x="5565195" y="4047415"/>
                </a:lnTo>
                <a:lnTo>
                  <a:pt x="556519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44468" y="-133350"/>
            <a:ext cx="11061829" cy="2430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64"/>
              </a:lnSpc>
              <a:spcBef>
                <a:spcPct val="0"/>
              </a:spcBef>
            </a:pPr>
            <a:r>
              <a:rPr lang="en-US" sz="6974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Modalităţi</a:t>
            </a:r>
            <a:r>
              <a:rPr lang="en-US" sz="697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 de management al </a:t>
            </a:r>
            <a:r>
              <a:rPr lang="en-US" sz="6974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stresului</a:t>
            </a:r>
            <a:endParaRPr lang="en-US" sz="6974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8" name="Freeform 8"/>
          <p:cNvSpPr/>
          <p:nvPr/>
        </p:nvSpPr>
        <p:spPr>
          <a:xfrm flipH="1">
            <a:off x="-143781" y="7180716"/>
            <a:ext cx="3190321" cy="3316969"/>
          </a:xfrm>
          <a:custGeom>
            <a:avLst/>
            <a:gdLst/>
            <a:ahLst/>
            <a:cxnLst/>
            <a:rect l="l" t="t" r="r" b="b"/>
            <a:pathLst>
              <a:path w="3190321" h="3316969">
                <a:moveTo>
                  <a:pt x="3190320" y="0"/>
                </a:moveTo>
                <a:lnTo>
                  <a:pt x="0" y="0"/>
                </a:lnTo>
                <a:lnTo>
                  <a:pt x="0" y="3316968"/>
                </a:lnTo>
                <a:lnTo>
                  <a:pt x="3190320" y="3316968"/>
                </a:lnTo>
                <a:lnTo>
                  <a:pt x="319032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444468" y="2429953"/>
            <a:ext cx="10898981" cy="691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1.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Informarea</a:t>
            </a: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privind</a:t>
            </a: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sursele</a:t>
            </a: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stres</a:t>
            </a:r>
            <a:endParaRPr lang="en-US" sz="30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2.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Conştientizarea</a:t>
            </a: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reacţiilor</a:t>
            </a: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la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stres</a:t>
            </a:r>
            <a:endParaRPr lang="en-US" sz="30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3.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Dezvoltarea</a:t>
            </a: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unor</a:t>
            </a: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abilităţi</a:t>
            </a: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şi</a:t>
            </a: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comportamente</a:t>
            </a: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management al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stresului</a:t>
            </a:r>
            <a:endParaRPr lang="en-US" sz="30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4.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Stabilirea</a:t>
            </a: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şi</a:t>
            </a: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menţinerea</a:t>
            </a: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unui</a:t>
            </a: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suport</a:t>
            </a: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social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adecvat</a:t>
            </a:r>
            <a:endParaRPr lang="en-US" sz="30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5.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Dezvoltarea</a:t>
            </a: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unui</a:t>
            </a: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stil</a:t>
            </a: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viaţă</a:t>
            </a: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sănătos</a:t>
            </a:r>
            <a:endParaRPr lang="en-US" sz="30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6.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Dezvoltarea</a:t>
            </a: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stimei</a:t>
            </a: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sine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7.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Managementul</a:t>
            </a:r>
            <a:r>
              <a:rPr lang="en-US" sz="3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timpului</a:t>
            </a:r>
            <a:endParaRPr lang="en-US" sz="30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183539" y="7050544"/>
            <a:ext cx="6367078" cy="5335932"/>
          </a:xfrm>
          <a:custGeom>
            <a:avLst/>
            <a:gdLst/>
            <a:ahLst/>
            <a:cxnLst/>
            <a:rect l="l" t="t" r="r" b="b"/>
            <a:pathLst>
              <a:path w="6367078" h="5335932">
                <a:moveTo>
                  <a:pt x="0" y="0"/>
                </a:moveTo>
                <a:lnTo>
                  <a:pt x="6367078" y="0"/>
                </a:lnTo>
                <a:lnTo>
                  <a:pt x="6367078" y="5335932"/>
                </a:lnTo>
                <a:lnTo>
                  <a:pt x="0" y="5335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657296" y="8393521"/>
            <a:ext cx="5261408" cy="3309904"/>
          </a:xfrm>
          <a:custGeom>
            <a:avLst/>
            <a:gdLst/>
            <a:ahLst/>
            <a:cxnLst/>
            <a:rect l="l" t="t" r="r" b="b"/>
            <a:pathLst>
              <a:path w="5261408" h="3309904">
                <a:moveTo>
                  <a:pt x="0" y="0"/>
                </a:moveTo>
                <a:lnTo>
                  <a:pt x="5261408" y="0"/>
                </a:lnTo>
                <a:lnTo>
                  <a:pt x="5261408" y="3309904"/>
                </a:lnTo>
                <a:lnTo>
                  <a:pt x="0" y="33099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147534" y="185089"/>
            <a:ext cx="14324205" cy="843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88"/>
              </a:lnSpc>
              <a:spcBef>
                <a:spcPct val="0"/>
              </a:spcBef>
            </a:pPr>
            <a:r>
              <a:rPr lang="en-US" sz="492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Secvenţele de rezolvare a unei situaţii de stres</a:t>
            </a:r>
          </a:p>
        </p:txBody>
      </p:sp>
      <p:sp>
        <p:nvSpPr>
          <p:cNvPr id="6" name="Freeform 6"/>
          <p:cNvSpPr/>
          <p:nvPr/>
        </p:nvSpPr>
        <p:spPr>
          <a:xfrm>
            <a:off x="4456801" y="1028700"/>
            <a:ext cx="9682963" cy="8689810"/>
          </a:xfrm>
          <a:custGeom>
            <a:avLst/>
            <a:gdLst/>
            <a:ahLst/>
            <a:cxnLst/>
            <a:rect l="l" t="t" r="r" b="b"/>
            <a:pathLst>
              <a:path w="9682963" h="8689810">
                <a:moveTo>
                  <a:pt x="0" y="0"/>
                </a:moveTo>
                <a:lnTo>
                  <a:pt x="9682963" y="0"/>
                </a:lnTo>
                <a:lnTo>
                  <a:pt x="9682963" y="8689810"/>
                </a:lnTo>
                <a:lnTo>
                  <a:pt x="0" y="86898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6641" r="-234" b="-1345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04CC3ACF4D0747AA1FE12D19DCF021" ma:contentTypeVersion="3" ma:contentTypeDescription="Create a new document." ma:contentTypeScope="" ma:versionID="37c534766e0945d81383089c26a8d6cf">
  <xsd:schema xmlns:xsd="http://www.w3.org/2001/XMLSchema" xmlns:xs="http://www.w3.org/2001/XMLSchema" xmlns:p="http://schemas.microsoft.com/office/2006/metadata/properties" xmlns:ns2="fa0e77c9-1a0d-4ee8-b1f5-4ac48c790630" targetNamespace="http://schemas.microsoft.com/office/2006/metadata/properties" ma:root="true" ma:fieldsID="86664ca69a0e95804161efb34fc7a474" ns2:_="">
    <xsd:import namespace="fa0e77c9-1a0d-4ee8-b1f5-4ac48c7906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0e77c9-1a0d-4ee8-b1f5-4ac48c7906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0A4B6C-5966-4600-9C5F-840258EEADA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7AA753F-45CF-4158-A1FA-1FD72CCD85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8DC0D71-9D04-4C87-9D9E-09ED666F1FAF}">
  <ds:schemaRefs>
    <ds:schemaRef ds:uri="fa0e77c9-1a0d-4ee8-b1f5-4ac48c79063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seminar 2.pptx</dc:title>
  <dc:creator>Mihai</dc:creator>
  <cp:revision>2</cp:revision>
  <dcterms:created xsi:type="dcterms:W3CDTF">2006-08-16T00:00:00Z</dcterms:created>
  <dcterms:modified xsi:type="dcterms:W3CDTF">2026-01-29T22:41:00Z</dcterms:modified>
  <dc:identifier>DAGTQFZYvSk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0x0101008904CC3ACF4D0747AA1FE12D19DCF021</vt:lpwstr>
  </property>
</Properties>
</file>