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</p:sldIdLst>
  <p:sldSz cx="12192000" cy="6858000"/>
  <p:notesSz cx="6858000" cy="9144000"/>
  <p:embeddedFontLst>
    <p:embeddedFont>
      <p:font typeface="Caveat" panose="020B0604020202020204" charset="0"/>
      <p:regular r:id="rId36"/>
      <p:bold r:id="rId37"/>
    </p:embeddedFont>
    <p:embeddedFont>
      <p:font typeface="Gill Sans" panose="020B0604020202020204" charset="0"/>
      <p:regular r:id="rId38"/>
      <p:bold r:id="rId39"/>
    </p:embeddedFont>
    <p:embeddedFont>
      <p:font typeface="Lato" panose="020F0502020204030203" pitchFamily="34" charset="0"/>
      <p:regular r:id="rId40"/>
      <p:bold r:id="rId41"/>
      <p:italic r:id="rId42"/>
      <p:boldItalic r:id="rId43"/>
    </p:embeddedFont>
    <p:embeddedFont>
      <p:font typeface="Maven Pro" panose="020B0604020202020204" charset="0"/>
      <p:regular r:id="rId44"/>
      <p:bold r:id="rId45"/>
    </p:embeddedFont>
    <p:embeddedFont>
      <p:font typeface="Nunito" pitchFamily="2" charset="0"/>
      <p:regular r:id="rId46"/>
      <p:bold r:id="rId47"/>
      <p:italic r:id="rId48"/>
      <p:boldItalic r:id="rId49"/>
    </p:embeddedFont>
    <p:embeddedFont>
      <p:font typeface="Roboto" panose="02000000000000000000" pitchFamily="2" charset="0"/>
      <p:regular r:id="rId50"/>
      <p:bold r:id="rId51"/>
      <p:italic r:id="rId52"/>
      <p:boldItalic r:id="rId5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4" roundtripDataSignature="AMtx7miubGphR3t2GAl8QcfiepsVNV3na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4.fntdata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font" Target="fonts/font7.fntdata"/><Relationship Id="rId47" Type="http://schemas.openxmlformats.org/officeDocument/2006/relationships/font" Target="fonts/font12.fntdata"/><Relationship Id="rId50" Type="http://schemas.openxmlformats.org/officeDocument/2006/relationships/font" Target="fonts/font15.fntdata"/><Relationship Id="rId55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font" Target="fonts/font10.fntdata"/><Relationship Id="rId53" Type="http://schemas.openxmlformats.org/officeDocument/2006/relationships/font" Target="fonts/font18.fntdata"/><Relationship Id="rId58" Type="http://schemas.openxmlformats.org/officeDocument/2006/relationships/tableStyles" Target="tableStyles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openxmlformats.org/officeDocument/2006/relationships/font" Target="fonts/font13.fntdata"/><Relationship Id="rId56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font" Target="fonts/font16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font" Target="fonts/font3.fntdata"/><Relationship Id="rId46" Type="http://schemas.openxmlformats.org/officeDocument/2006/relationships/font" Target="fonts/font11.fntdata"/><Relationship Id="rId20" Type="http://schemas.openxmlformats.org/officeDocument/2006/relationships/slide" Target="slides/slide16.xml"/><Relationship Id="rId41" Type="http://schemas.openxmlformats.org/officeDocument/2006/relationships/font" Target="fonts/font6.fntdata"/><Relationship Id="rId54" Type="http://customschemas.google.com/relationships/presentationmetadata" Target="meta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font" Target="fonts/font1.fntdata"/><Relationship Id="rId49" Type="http://schemas.openxmlformats.org/officeDocument/2006/relationships/font" Target="fonts/font14.fntdata"/><Relationship Id="rId57" Type="http://schemas.openxmlformats.org/officeDocument/2006/relationships/theme" Target="theme/theme1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font" Target="fonts/font9.fntdata"/><Relationship Id="rId52" Type="http://schemas.openxmlformats.org/officeDocument/2006/relationships/font" Target="fonts/font1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1" name="Google Shape;311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rgbClr val="595959"/>
                </a:solidFill>
                <a:latin typeface="Lato"/>
                <a:ea typeface="Lato"/>
                <a:cs typeface="Lato"/>
                <a:sym typeface="Lato"/>
              </a:rPr>
              <a:t>https://www.forbes.com/sites/travisbradberry/2015/05/26/how-successful-people-turn-stress-and-anxiety-into-top-performance/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4" name="Google Shape;394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2:notes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29.03.2023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2:notes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SEMINAR LA INTRODUCERE IN PSIHOLOGIE, SEM. II, 2014/2015</a:t>
            </a: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3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1" type="tx">
  <p:cSld name="TITLE_AND_BODY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5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000"/>
              <a:buFont typeface="Maven Pro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" name="Google Shape;11;p35"/>
          <p:cNvSpPr txBox="1">
            <a:spLocks noGrp="1"/>
          </p:cNvSpPr>
          <p:nvPr>
            <p:ph type="body" idx="1"/>
          </p:nvPr>
        </p:nvSpPr>
        <p:spPr>
          <a:xfrm>
            <a:off x="1524000" y="3602037"/>
            <a:ext cx="9144000" cy="165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>
            <a:lvl1pPr marL="457200" lvl="0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Nunito"/>
              <a:buNone/>
              <a:defRPr sz="2400"/>
            </a:lvl1pPr>
            <a:lvl2pPr marL="914400" lvl="1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Nunito"/>
              <a:buNone/>
              <a:defRPr sz="2400"/>
            </a:lvl2pPr>
            <a:lvl3pPr marL="1371600" lvl="2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Nunito"/>
              <a:buNone/>
              <a:defRPr sz="2400"/>
            </a:lvl3pPr>
            <a:lvl4pPr marL="1828800" lvl="3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Nunito"/>
              <a:buNone/>
              <a:defRPr sz="2400"/>
            </a:lvl4pPr>
            <a:lvl5pPr marL="2286000" lvl="4" indent="-22860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Nunito"/>
              <a:buNone/>
              <a:defRPr sz="2400"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2" name="Google Shape;12;p35"/>
          <p:cNvSpPr txBox="1">
            <a:spLocks noGrp="1"/>
          </p:cNvSpPr>
          <p:nvPr>
            <p:ph type="sldNum" idx="12"/>
          </p:nvPr>
        </p:nvSpPr>
        <p:spPr>
          <a:xfrm>
            <a:off x="11080160" y="6418610"/>
            <a:ext cx="273616" cy="269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Nunito"/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">
  <p:cSld name="TITLE_AND_BODY 2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oogle Shape;14;p36"/>
          <p:cNvGrpSpPr/>
          <p:nvPr/>
        </p:nvGrpSpPr>
        <p:grpSpPr>
          <a:xfrm>
            <a:off x="836008" y="1065360"/>
            <a:ext cx="666210" cy="666224"/>
            <a:chOff x="-1" y="0"/>
            <a:chExt cx="666209" cy="666223"/>
          </a:xfrm>
        </p:grpSpPr>
        <p:sp>
          <p:nvSpPr>
            <p:cNvPr id="15" name="Google Shape;15;p36"/>
            <p:cNvSpPr/>
            <p:nvPr/>
          </p:nvSpPr>
          <p:spPr>
            <a:xfrm rot="-5400000">
              <a:off x="269617" y="0"/>
              <a:ext cx="396038" cy="3960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6"/>
            <p:cNvSpPr/>
            <p:nvPr/>
          </p:nvSpPr>
          <p:spPr>
            <a:xfrm rot="-5400000">
              <a:off x="0" y="14"/>
              <a:ext cx="666208" cy="6662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7" name="Google Shape;17;p36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6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36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37"/>
          <p:cNvSpPr/>
          <p:nvPr/>
        </p:nvSpPr>
        <p:spPr>
          <a:xfrm>
            <a:off x="3174" y="6400800"/>
            <a:ext cx="12188702" cy="457200"/>
          </a:xfrm>
          <a:prstGeom prst="rect">
            <a:avLst/>
          </a:prstGeom>
          <a:solidFill>
            <a:srgbClr val="2683C6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" name="Google Shape;22;p37"/>
          <p:cNvSpPr/>
          <p:nvPr/>
        </p:nvSpPr>
        <p:spPr>
          <a:xfrm>
            <a:off x="13" y="6334316"/>
            <a:ext cx="12188702" cy="63901"/>
          </a:xfrm>
          <a:prstGeom prst="rect">
            <a:avLst/>
          </a:prstGeom>
          <a:solidFill>
            <a:srgbClr val="1CADE4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3" name="Google Shape;23;p37"/>
          <p:cNvCxnSpPr/>
          <p:nvPr/>
        </p:nvCxnSpPr>
        <p:spPr>
          <a:xfrm>
            <a:off x="1193531" y="1737845"/>
            <a:ext cx="9966902" cy="1"/>
          </a:xfrm>
          <a:prstGeom prst="straightConnector1">
            <a:avLst/>
          </a:prstGeom>
          <a:noFill/>
          <a:ln w="9525" cap="flat" cmpd="sng">
            <a:solidFill>
              <a:srgbClr val="80808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Google Shape;24;p3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>
            <a:lvl1pPr lv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Maven Pro"/>
              <a:buNone/>
              <a:defRPr sz="4800">
                <a:solidFill>
                  <a:srgbClr val="40404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lvl="0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 "/>
              <a:defRPr sz="2000">
                <a:solidFill>
                  <a:srgbClr val="404040"/>
                </a:solidFill>
              </a:defRPr>
            </a:lvl1pPr>
            <a:lvl2pPr marL="914400" lvl="1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◦"/>
              <a:defRPr sz="2000">
                <a:solidFill>
                  <a:srgbClr val="404040"/>
                </a:solidFill>
              </a:defRPr>
            </a:lvl2pPr>
            <a:lvl3pPr marL="1371600" lvl="2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◦"/>
              <a:defRPr sz="2000">
                <a:solidFill>
                  <a:srgbClr val="404040"/>
                </a:solidFill>
              </a:defRPr>
            </a:lvl3pPr>
            <a:lvl4pPr marL="1828800" lvl="3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◦"/>
              <a:defRPr sz="2000">
                <a:solidFill>
                  <a:srgbClr val="404040"/>
                </a:solidFill>
              </a:defRPr>
            </a:lvl4pPr>
            <a:lvl5pPr marL="2286000" lvl="4" indent="-3556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◦"/>
              <a:defRPr sz="2000">
                <a:solidFill>
                  <a:srgbClr val="404040"/>
                </a:solidFill>
              </a:defRPr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6" name="Google Shape;26;p37"/>
          <p:cNvSpPr txBox="1">
            <a:spLocks noGrp="1"/>
          </p:cNvSpPr>
          <p:nvPr>
            <p:ph type="sldNum" idx="12"/>
          </p:nvPr>
        </p:nvSpPr>
        <p:spPr>
          <a:xfrm>
            <a:off x="10967042" y="6529342"/>
            <a:ext cx="245364" cy="243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Nunito"/>
              <a:buNone/>
              <a:defRPr sz="1000"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rgbClr val="C0791B"/>
        </a:solidFill>
        <a:effectLst/>
      </p:bgPr>
    </p:bg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oogle Shape;28;p38"/>
          <p:cNvGrpSpPr/>
          <p:nvPr/>
        </p:nvGrpSpPr>
        <p:grpSpPr>
          <a:xfrm>
            <a:off x="195684" y="4541"/>
            <a:ext cx="1644247" cy="1846006"/>
            <a:chOff x="-2" y="0"/>
            <a:chExt cx="1644246" cy="1846004"/>
          </a:xfrm>
        </p:grpSpPr>
        <p:grpSp>
          <p:nvGrpSpPr>
            <p:cNvPr id="29" name="Google Shape;29;p38"/>
            <p:cNvGrpSpPr/>
            <p:nvPr/>
          </p:nvGrpSpPr>
          <p:grpSpPr>
            <a:xfrm>
              <a:off x="1221852" y="0"/>
              <a:ext cx="422392" cy="917997"/>
              <a:chOff x="-1" y="0"/>
              <a:chExt cx="422391" cy="917995"/>
            </a:xfrm>
          </p:grpSpPr>
          <p:sp>
            <p:nvSpPr>
              <p:cNvPr id="30" name="Google Shape;30;p38"/>
              <p:cNvSpPr/>
              <p:nvPr/>
            </p:nvSpPr>
            <p:spPr>
              <a:xfrm rot="10800000">
                <a:off x="-1" y="17"/>
                <a:ext cx="422391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" name="Google Shape;31;p38"/>
              <p:cNvSpPr/>
              <p:nvPr/>
            </p:nvSpPr>
            <p:spPr>
              <a:xfrm rot="10800000">
                <a:off x="-1" y="0"/>
                <a:ext cx="422391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2" name="Google Shape;32;p38"/>
            <p:cNvGrpSpPr/>
            <p:nvPr/>
          </p:nvGrpSpPr>
          <p:grpSpPr>
            <a:xfrm>
              <a:off x="610925" y="0"/>
              <a:ext cx="422392" cy="1381999"/>
              <a:chOff x="-1" y="0"/>
              <a:chExt cx="422391" cy="1381998"/>
            </a:xfrm>
          </p:grpSpPr>
          <p:sp>
            <p:nvSpPr>
              <p:cNvPr id="33" name="Google Shape;33;p38"/>
              <p:cNvSpPr/>
              <p:nvPr/>
            </p:nvSpPr>
            <p:spPr>
              <a:xfrm rot="10800000">
                <a:off x="-1" y="17"/>
                <a:ext cx="422391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" name="Google Shape;34;p38"/>
              <p:cNvSpPr/>
              <p:nvPr/>
            </p:nvSpPr>
            <p:spPr>
              <a:xfrm rot="10800000">
                <a:off x="-1" y="32"/>
                <a:ext cx="422391" cy="1381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1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" name="Google Shape;35;p38"/>
              <p:cNvSpPr/>
              <p:nvPr/>
            </p:nvSpPr>
            <p:spPr>
              <a:xfrm rot="10800000">
                <a:off x="-1" y="0"/>
                <a:ext cx="422391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6" name="Google Shape;36;p38"/>
            <p:cNvGrpSpPr/>
            <p:nvPr/>
          </p:nvGrpSpPr>
          <p:grpSpPr>
            <a:xfrm>
              <a:off x="-2" y="0"/>
              <a:ext cx="422392" cy="1846004"/>
              <a:chOff x="-1" y="0"/>
              <a:chExt cx="422391" cy="1846002"/>
            </a:xfrm>
          </p:grpSpPr>
          <p:sp>
            <p:nvSpPr>
              <p:cNvPr id="37" name="Google Shape;37;p38"/>
              <p:cNvSpPr/>
              <p:nvPr/>
            </p:nvSpPr>
            <p:spPr>
              <a:xfrm rot="10800000">
                <a:off x="-1" y="17"/>
                <a:ext cx="422391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" name="Google Shape;38;p38"/>
              <p:cNvSpPr/>
              <p:nvPr/>
            </p:nvSpPr>
            <p:spPr>
              <a:xfrm rot="10800000">
                <a:off x="-1" y="47"/>
                <a:ext cx="422391" cy="184595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106"/>
                      <a:pt x="21600" y="247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471"/>
                    </a:lnTo>
                    <a:cubicBezTo>
                      <a:pt x="0" y="1106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" name="Google Shape;39;p38"/>
              <p:cNvSpPr/>
              <p:nvPr/>
            </p:nvSpPr>
            <p:spPr>
              <a:xfrm rot="10800000">
                <a:off x="-1" y="32"/>
                <a:ext cx="422391" cy="1381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1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" name="Google Shape;40;p38"/>
              <p:cNvSpPr/>
              <p:nvPr/>
            </p:nvSpPr>
            <p:spPr>
              <a:xfrm rot="10800000">
                <a:off x="-1" y="0"/>
                <a:ext cx="422391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41" name="Google Shape;41;p38"/>
          <p:cNvGrpSpPr/>
          <p:nvPr/>
        </p:nvGrpSpPr>
        <p:grpSpPr>
          <a:xfrm>
            <a:off x="9033219" y="3871911"/>
            <a:ext cx="2914792" cy="2985931"/>
            <a:chOff x="0" y="-2"/>
            <a:chExt cx="2914791" cy="2985929"/>
          </a:xfrm>
        </p:grpSpPr>
        <p:grpSp>
          <p:nvGrpSpPr>
            <p:cNvPr id="42" name="Google Shape;42;p38"/>
            <p:cNvGrpSpPr/>
            <p:nvPr/>
          </p:nvGrpSpPr>
          <p:grpSpPr>
            <a:xfrm>
              <a:off x="0" y="1799553"/>
              <a:ext cx="545988" cy="1186373"/>
              <a:chOff x="0" y="-1"/>
              <a:chExt cx="545986" cy="1186372"/>
            </a:xfrm>
          </p:grpSpPr>
          <p:sp>
            <p:nvSpPr>
              <p:cNvPr id="43" name="Google Shape;43;p38"/>
              <p:cNvSpPr/>
              <p:nvPr/>
            </p:nvSpPr>
            <p:spPr>
              <a:xfrm>
                <a:off x="0" y="-1"/>
                <a:ext cx="545986" cy="118637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7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70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4" name="Google Shape;44;p38"/>
              <p:cNvSpPr/>
              <p:nvPr/>
            </p:nvSpPr>
            <p:spPr>
              <a:xfrm>
                <a:off x="0" y="599584"/>
                <a:ext cx="545986" cy="58678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9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5" name="Google Shape;45;p38"/>
            <p:cNvGrpSpPr/>
            <p:nvPr/>
          </p:nvGrpSpPr>
          <p:grpSpPr>
            <a:xfrm>
              <a:off x="789600" y="1199969"/>
              <a:ext cx="545988" cy="1785957"/>
              <a:chOff x="0" y="0"/>
              <a:chExt cx="545986" cy="1785955"/>
            </a:xfrm>
          </p:grpSpPr>
          <p:sp>
            <p:nvSpPr>
              <p:cNvPr id="46" name="Google Shape;46;p38"/>
              <p:cNvSpPr/>
              <p:nvPr/>
            </p:nvSpPr>
            <p:spPr>
              <a:xfrm>
                <a:off x="0" y="599584"/>
                <a:ext cx="545986" cy="11863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7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70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8"/>
              <p:cNvSpPr/>
              <p:nvPr/>
            </p:nvSpPr>
            <p:spPr>
              <a:xfrm>
                <a:off x="0" y="0"/>
                <a:ext cx="545986" cy="1785955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2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2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8"/>
              <p:cNvSpPr/>
              <p:nvPr/>
            </p:nvSpPr>
            <p:spPr>
              <a:xfrm>
                <a:off x="0" y="1199169"/>
                <a:ext cx="545986" cy="58678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9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9" name="Google Shape;49;p38"/>
            <p:cNvGrpSpPr/>
            <p:nvPr/>
          </p:nvGrpSpPr>
          <p:grpSpPr>
            <a:xfrm>
              <a:off x="1579203" y="599983"/>
              <a:ext cx="545988" cy="2385943"/>
              <a:chOff x="0" y="-1"/>
              <a:chExt cx="545986" cy="2385942"/>
            </a:xfrm>
          </p:grpSpPr>
          <p:sp>
            <p:nvSpPr>
              <p:cNvPr id="50" name="Google Shape;50;p38"/>
              <p:cNvSpPr/>
              <p:nvPr/>
            </p:nvSpPr>
            <p:spPr>
              <a:xfrm>
                <a:off x="0" y="1199569"/>
                <a:ext cx="545986" cy="11863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7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70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" name="Google Shape;51;p38"/>
              <p:cNvSpPr/>
              <p:nvPr/>
            </p:nvSpPr>
            <p:spPr>
              <a:xfrm>
                <a:off x="0" y="-1"/>
                <a:ext cx="545986" cy="23859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106"/>
                      <a:pt x="21600" y="247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471"/>
                    </a:lnTo>
                    <a:cubicBezTo>
                      <a:pt x="0" y="1106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2" name="Google Shape;52;p38"/>
              <p:cNvSpPr/>
              <p:nvPr/>
            </p:nvSpPr>
            <p:spPr>
              <a:xfrm>
                <a:off x="0" y="599984"/>
                <a:ext cx="545986" cy="178595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2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2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" name="Google Shape;53;p38"/>
              <p:cNvSpPr/>
              <p:nvPr/>
            </p:nvSpPr>
            <p:spPr>
              <a:xfrm>
                <a:off x="0" y="1799154"/>
                <a:ext cx="545986" cy="58678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9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4" name="Google Shape;54;p38"/>
            <p:cNvGrpSpPr/>
            <p:nvPr/>
          </p:nvGrpSpPr>
          <p:grpSpPr>
            <a:xfrm>
              <a:off x="2368803" y="-2"/>
              <a:ext cx="545988" cy="2985929"/>
              <a:chOff x="0" y="-1"/>
              <a:chExt cx="545986" cy="2985927"/>
            </a:xfrm>
          </p:grpSpPr>
          <p:sp>
            <p:nvSpPr>
              <p:cNvPr id="55" name="Google Shape;55;p38"/>
              <p:cNvSpPr/>
              <p:nvPr/>
            </p:nvSpPr>
            <p:spPr>
              <a:xfrm>
                <a:off x="0" y="1799554"/>
                <a:ext cx="545986" cy="118637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7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70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" name="Google Shape;56;p38"/>
              <p:cNvSpPr/>
              <p:nvPr/>
            </p:nvSpPr>
            <p:spPr>
              <a:xfrm>
                <a:off x="0" y="599984"/>
                <a:ext cx="545986" cy="238594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106"/>
                      <a:pt x="21600" y="247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471"/>
                    </a:lnTo>
                    <a:cubicBezTo>
                      <a:pt x="0" y="1106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7" name="Google Shape;57;p38"/>
              <p:cNvSpPr/>
              <p:nvPr/>
            </p:nvSpPr>
            <p:spPr>
              <a:xfrm>
                <a:off x="0" y="1199969"/>
                <a:ext cx="545986" cy="178595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2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2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" name="Google Shape;58;p38"/>
              <p:cNvSpPr/>
              <p:nvPr/>
            </p:nvSpPr>
            <p:spPr>
              <a:xfrm>
                <a:off x="0" y="-1"/>
                <a:ext cx="545986" cy="298592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884"/>
                      <a:pt x="21600" y="197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75"/>
                    </a:lnTo>
                    <a:cubicBezTo>
                      <a:pt x="0" y="884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" name="Google Shape;59;p38"/>
              <p:cNvSpPr/>
              <p:nvPr/>
            </p:nvSpPr>
            <p:spPr>
              <a:xfrm>
                <a:off x="0" y="2399139"/>
                <a:ext cx="545986" cy="58678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9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0" name="Google Shape;60;p38"/>
          <p:cNvSpPr txBox="1">
            <a:spLocks noGrp="1"/>
          </p:cNvSpPr>
          <p:nvPr>
            <p:ph type="title"/>
          </p:nvPr>
        </p:nvSpPr>
        <p:spPr>
          <a:xfrm>
            <a:off x="1098667" y="2151766"/>
            <a:ext cx="7810501" cy="24972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aven Pro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38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9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39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5" name="Google Shape;65;p39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39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accent3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oogle Shape;68;p40"/>
          <p:cNvGrpSpPr/>
          <p:nvPr/>
        </p:nvGrpSpPr>
        <p:grpSpPr>
          <a:xfrm>
            <a:off x="9790424" y="4546120"/>
            <a:ext cx="2255178" cy="2310008"/>
            <a:chOff x="-1" y="0"/>
            <a:chExt cx="2255176" cy="2310007"/>
          </a:xfrm>
        </p:grpSpPr>
        <p:grpSp>
          <p:nvGrpSpPr>
            <p:cNvPr id="69" name="Google Shape;69;p40"/>
            <p:cNvGrpSpPr/>
            <p:nvPr/>
          </p:nvGrpSpPr>
          <p:grpSpPr>
            <a:xfrm>
              <a:off x="-1" y="1392013"/>
              <a:ext cx="422393" cy="917994"/>
              <a:chOff x="-1" y="0"/>
              <a:chExt cx="422392" cy="917993"/>
            </a:xfrm>
          </p:grpSpPr>
          <p:sp>
            <p:nvSpPr>
              <p:cNvPr id="70" name="Google Shape;70;p40"/>
              <p:cNvSpPr/>
              <p:nvPr/>
            </p:nvSpPr>
            <p:spPr>
              <a:xfrm>
                <a:off x="-1" y="0"/>
                <a:ext cx="422392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" name="Google Shape;71;p40"/>
              <p:cNvSpPr/>
              <p:nvPr/>
            </p:nvSpPr>
            <p:spPr>
              <a:xfrm>
                <a:off x="-1" y="464004"/>
                <a:ext cx="422392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2" name="Google Shape;72;p40"/>
            <p:cNvGrpSpPr/>
            <p:nvPr/>
          </p:nvGrpSpPr>
          <p:grpSpPr>
            <a:xfrm>
              <a:off x="610926" y="928009"/>
              <a:ext cx="422393" cy="1381998"/>
              <a:chOff x="-1" y="-1"/>
              <a:chExt cx="422392" cy="1381997"/>
            </a:xfrm>
          </p:grpSpPr>
          <p:sp>
            <p:nvSpPr>
              <p:cNvPr id="73" name="Google Shape;73;p40"/>
              <p:cNvSpPr/>
              <p:nvPr/>
            </p:nvSpPr>
            <p:spPr>
              <a:xfrm>
                <a:off x="-1" y="464003"/>
                <a:ext cx="422392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" name="Google Shape;74;p40"/>
              <p:cNvSpPr/>
              <p:nvPr/>
            </p:nvSpPr>
            <p:spPr>
              <a:xfrm>
                <a:off x="-1" y="-1"/>
                <a:ext cx="422392" cy="13819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1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5" name="Google Shape;75;p40"/>
              <p:cNvSpPr/>
              <p:nvPr/>
            </p:nvSpPr>
            <p:spPr>
              <a:xfrm>
                <a:off x="-1" y="928007"/>
                <a:ext cx="422392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6" name="Google Shape;76;p40"/>
            <p:cNvGrpSpPr/>
            <p:nvPr/>
          </p:nvGrpSpPr>
          <p:grpSpPr>
            <a:xfrm>
              <a:off x="1221855" y="464005"/>
              <a:ext cx="422393" cy="1846002"/>
              <a:chOff x="-1" y="0"/>
              <a:chExt cx="422392" cy="1846000"/>
            </a:xfrm>
          </p:grpSpPr>
          <p:sp>
            <p:nvSpPr>
              <p:cNvPr id="77" name="Google Shape;77;p40"/>
              <p:cNvSpPr/>
              <p:nvPr/>
            </p:nvSpPr>
            <p:spPr>
              <a:xfrm>
                <a:off x="-1" y="928007"/>
                <a:ext cx="422392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40"/>
              <p:cNvSpPr/>
              <p:nvPr/>
            </p:nvSpPr>
            <p:spPr>
              <a:xfrm>
                <a:off x="-1" y="0"/>
                <a:ext cx="422392" cy="18459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106"/>
                      <a:pt x="21600" y="247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471"/>
                    </a:lnTo>
                    <a:cubicBezTo>
                      <a:pt x="0" y="1106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40"/>
              <p:cNvSpPr/>
              <p:nvPr/>
            </p:nvSpPr>
            <p:spPr>
              <a:xfrm>
                <a:off x="-1" y="464004"/>
                <a:ext cx="422392" cy="1381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1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40"/>
              <p:cNvSpPr/>
              <p:nvPr/>
            </p:nvSpPr>
            <p:spPr>
              <a:xfrm>
                <a:off x="-1" y="1392011"/>
                <a:ext cx="422392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1" name="Google Shape;81;p40"/>
            <p:cNvGrpSpPr/>
            <p:nvPr/>
          </p:nvGrpSpPr>
          <p:grpSpPr>
            <a:xfrm>
              <a:off x="1832782" y="0"/>
              <a:ext cx="422393" cy="2310007"/>
              <a:chOff x="-1" y="0"/>
              <a:chExt cx="422392" cy="2310006"/>
            </a:xfrm>
          </p:grpSpPr>
          <p:sp>
            <p:nvSpPr>
              <p:cNvPr id="82" name="Google Shape;82;p40"/>
              <p:cNvSpPr/>
              <p:nvPr/>
            </p:nvSpPr>
            <p:spPr>
              <a:xfrm>
                <a:off x="-1" y="1392013"/>
                <a:ext cx="422392" cy="917978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225"/>
                      <a:pt x="21600" y="496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969"/>
                    </a:lnTo>
                    <a:cubicBezTo>
                      <a:pt x="0" y="2225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40"/>
              <p:cNvSpPr/>
              <p:nvPr/>
            </p:nvSpPr>
            <p:spPr>
              <a:xfrm>
                <a:off x="-1" y="464005"/>
                <a:ext cx="422392" cy="184595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106"/>
                      <a:pt x="21600" y="247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471"/>
                    </a:lnTo>
                    <a:cubicBezTo>
                      <a:pt x="0" y="1106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40"/>
              <p:cNvSpPr/>
              <p:nvPr/>
            </p:nvSpPr>
            <p:spPr>
              <a:xfrm>
                <a:off x="-1" y="928010"/>
                <a:ext cx="422392" cy="138196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478"/>
                      <a:pt x="21600" y="3301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3301"/>
                    </a:lnTo>
                    <a:cubicBezTo>
                      <a:pt x="0" y="1478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40"/>
              <p:cNvSpPr/>
              <p:nvPr/>
            </p:nvSpPr>
            <p:spPr>
              <a:xfrm>
                <a:off x="-1" y="0"/>
                <a:ext cx="422392" cy="2309942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884"/>
                      <a:pt x="21600" y="197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975"/>
                    </a:lnTo>
                    <a:cubicBezTo>
                      <a:pt x="0" y="884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40"/>
              <p:cNvSpPr/>
              <p:nvPr/>
            </p:nvSpPr>
            <p:spPr>
              <a:xfrm>
                <a:off x="-1" y="1856017"/>
                <a:ext cx="422392" cy="453989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4499"/>
                      <a:pt x="21600" y="1004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048"/>
                    </a:lnTo>
                    <a:cubicBezTo>
                      <a:pt x="0" y="44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87" name="Google Shape;87;p40"/>
          <p:cNvGrpSpPr/>
          <p:nvPr/>
        </p:nvGrpSpPr>
        <p:grpSpPr>
          <a:xfrm>
            <a:off x="6724502" y="0"/>
            <a:ext cx="5085318" cy="5118679"/>
            <a:chOff x="0" y="0"/>
            <a:chExt cx="5085317" cy="5118678"/>
          </a:xfrm>
        </p:grpSpPr>
        <p:sp>
          <p:nvSpPr>
            <p:cNvPr id="88" name="Google Shape;88;p40"/>
            <p:cNvSpPr/>
            <p:nvPr/>
          </p:nvSpPr>
          <p:spPr>
            <a:xfrm>
              <a:off x="4556516" y="2423639"/>
              <a:ext cx="528787" cy="528787"/>
            </a:xfrm>
            <a:prstGeom prst="ellipse">
              <a:avLst/>
            </a:pr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40"/>
            <p:cNvSpPr/>
            <p:nvPr/>
          </p:nvSpPr>
          <p:spPr>
            <a:xfrm rot="-9830444">
              <a:off x="1901626" y="4640854"/>
              <a:ext cx="426855" cy="426855"/>
            </a:xfrm>
            <a:prstGeom prst="ellipse">
              <a:avLst/>
            </a:pr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0" name="Google Shape;90;p40"/>
            <p:cNvGrpSpPr/>
            <p:nvPr/>
          </p:nvGrpSpPr>
          <p:grpSpPr>
            <a:xfrm>
              <a:off x="3472328" y="3605617"/>
              <a:ext cx="846939" cy="846943"/>
              <a:chOff x="1" y="-2"/>
              <a:chExt cx="846937" cy="846941"/>
            </a:xfrm>
          </p:grpSpPr>
          <p:sp>
            <p:nvSpPr>
              <p:cNvPr id="91" name="Google Shape;91;p40"/>
              <p:cNvSpPr/>
              <p:nvPr/>
            </p:nvSpPr>
            <p:spPr>
              <a:xfrm rot="5400000">
                <a:off x="0" y="1"/>
                <a:ext cx="846939" cy="846936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40"/>
              <p:cNvSpPr/>
              <p:nvPr/>
            </p:nvSpPr>
            <p:spPr>
              <a:xfrm rot="5400000">
                <a:off x="280187" y="-143282"/>
                <a:ext cx="423472" cy="710031"/>
              </a:xfrm>
              <a:custGeom>
                <a:avLst/>
                <a:gdLst/>
                <a:ahLst/>
                <a:cxnLst/>
                <a:rect l="l" t="t" r="r" b="b"/>
                <a:pathLst>
                  <a:path w="19460" h="21600" extrusionOk="0">
                    <a:moveTo>
                      <a:pt x="5133" y="21600"/>
                    </a:moveTo>
                    <a:lnTo>
                      <a:pt x="5133" y="21600"/>
                    </a:lnTo>
                    <a:cubicBezTo>
                      <a:pt x="-2140" y="16362"/>
                      <a:pt x="-1621" y="8212"/>
                      <a:pt x="6292" y="3398"/>
                    </a:cubicBezTo>
                    <a:cubicBezTo>
                      <a:pt x="9883" y="1213"/>
                      <a:pt x="14582" y="0"/>
                      <a:pt x="19460" y="0"/>
                    </a:cubicBezTo>
                    <a:lnTo>
                      <a:pt x="19460" y="12882"/>
                    </a:ln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40"/>
              <p:cNvSpPr/>
              <p:nvPr/>
            </p:nvSpPr>
            <p:spPr>
              <a:xfrm rot="5400000">
                <a:off x="160725" y="160637"/>
                <a:ext cx="525577" cy="525577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4" name="Google Shape;94;p40"/>
            <p:cNvSpPr/>
            <p:nvPr/>
          </p:nvSpPr>
          <p:spPr>
            <a:xfrm>
              <a:off x="4556500" y="2423639"/>
              <a:ext cx="528817" cy="528802"/>
            </a:xfrm>
            <a:custGeom>
              <a:avLst/>
              <a:gdLst/>
              <a:ahLst/>
              <a:cxnLst/>
              <a:rect l="l" t="t" r="r" b="b"/>
              <a:pathLst>
                <a:path w="19102" h="20274" extrusionOk="0">
                  <a:moveTo>
                    <a:pt x="17173" y="4029"/>
                  </a:moveTo>
                  <a:lnTo>
                    <a:pt x="17173" y="4029"/>
                  </a:lnTo>
                  <a:cubicBezTo>
                    <a:pt x="20351" y="8497"/>
                    <a:pt x="19515" y="14853"/>
                    <a:pt x="15305" y="18227"/>
                  </a:cubicBezTo>
                  <a:cubicBezTo>
                    <a:pt x="11096" y="21600"/>
                    <a:pt x="5107" y="20713"/>
                    <a:pt x="1929" y="16245"/>
                  </a:cubicBezTo>
                  <a:cubicBezTo>
                    <a:pt x="-1249" y="11777"/>
                    <a:pt x="-413" y="5420"/>
                    <a:pt x="3797" y="2047"/>
                  </a:cubicBezTo>
                  <a:cubicBezTo>
                    <a:pt x="5454" y="719"/>
                    <a:pt x="7474" y="0"/>
                    <a:pt x="9551" y="0"/>
                  </a:cubicBezTo>
                  <a:lnTo>
                    <a:pt x="9551" y="10137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95" name="Google Shape;95;p40"/>
            <p:cNvGrpSpPr/>
            <p:nvPr/>
          </p:nvGrpSpPr>
          <p:grpSpPr>
            <a:xfrm>
              <a:off x="3878904" y="238899"/>
              <a:ext cx="1164118" cy="1164101"/>
              <a:chOff x="45" y="-78"/>
              <a:chExt cx="1164117" cy="1164099"/>
            </a:xfrm>
          </p:grpSpPr>
          <p:sp>
            <p:nvSpPr>
              <p:cNvPr id="96" name="Google Shape;96;p40"/>
              <p:cNvSpPr/>
              <p:nvPr/>
            </p:nvSpPr>
            <p:spPr>
              <a:xfrm rot="-8647347">
                <a:off x="165219" y="165188"/>
                <a:ext cx="833753" cy="833599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7" name="Google Shape;97;p40"/>
              <p:cNvSpPr/>
              <p:nvPr/>
            </p:nvSpPr>
            <p:spPr>
              <a:xfrm rot="-8647347">
                <a:off x="213738" y="180873"/>
                <a:ext cx="833779" cy="667995"/>
              </a:xfrm>
              <a:custGeom>
                <a:avLst/>
                <a:gdLst/>
                <a:ahLst/>
                <a:cxnLst/>
                <a:rect l="l" t="t" r="r" b="b"/>
                <a:pathLst>
                  <a:path w="19692" h="19970" extrusionOk="0">
                    <a:moveTo>
                      <a:pt x="17703" y="0"/>
                    </a:moveTo>
                    <a:cubicBezTo>
                      <a:pt x="20980" y="5492"/>
                      <a:pt x="20119" y="13306"/>
                      <a:pt x="15779" y="17453"/>
                    </a:cubicBezTo>
                    <a:cubicBezTo>
                      <a:pt x="11440" y="21600"/>
                      <a:pt x="5266" y="20510"/>
                      <a:pt x="1989" y="15018"/>
                    </a:cubicBezTo>
                    <a:cubicBezTo>
                      <a:pt x="-216" y="11323"/>
                      <a:pt x="-620" y="6386"/>
                      <a:pt x="939" y="2198"/>
                    </a:cubicBezTo>
                    <a:lnTo>
                      <a:pt x="9846" y="7509"/>
                    </a:ln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8" name="Google Shape;98;p40"/>
            <p:cNvSpPr/>
            <p:nvPr/>
          </p:nvSpPr>
          <p:spPr>
            <a:xfrm>
              <a:off x="475104" y="475141"/>
              <a:ext cx="3435915" cy="3435915"/>
            </a:xfrm>
            <a:prstGeom prst="ellipse">
              <a:avLst/>
            </a:pr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40"/>
            <p:cNvSpPr/>
            <p:nvPr/>
          </p:nvSpPr>
          <p:spPr>
            <a:xfrm rot="2043858">
              <a:off x="613731" y="613731"/>
              <a:ext cx="3159229" cy="3159229"/>
            </a:xfrm>
            <a:prstGeom prst="ellipse">
              <a:avLst/>
            </a:pr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40"/>
            <p:cNvSpPr/>
            <p:nvPr/>
          </p:nvSpPr>
          <p:spPr>
            <a:xfrm>
              <a:off x="474851" y="480362"/>
              <a:ext cx="1718151" cy="2661507"/>
            </a:xfrm>
            <a:custGeom>
              <a:avLst/>
              <a:gdLst/>
              <a:ahLst/>
              <a:cxnLst/>
              <a:rect l="l" t="t" r="r" b="b"/>
              <a:pathLst>
                <a:path w="18966" h="21600" extrusionOk="0">
                  <a:moveTo>
                    <a:pt x="3118" y="21600"/>
                  </a:moveTo>
                  <a:lnTo>
                    <a:pt x="3118" y="21600"/>
                  </a:lnTo>
                  <a:cubicBezTo>
                    <a:pt x="-2634" y="15165"/>
                    <a:pt x="-202" y="6520"/>
                    <a:pt x="8550" y="2291"/>
                  </a:cubicBezTo>
                  <a:cubicBezTo>
                    <a:pt x="11644" y="796"/>
                    <a:pt x="15264" y="0"/>
                    <a:pt x="18966" y="0"/>
                  </a:cubicBezTo>
                  <a:lnTo>
                    <a:pt x="18966" y="13942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40"/>
            <p:cNvSpPr/>
            <p:nvPr/>
          </p:nvSpPr>
          <p:spPr>
            <a:xfrm rot="2044777">
              <a:off x="1157232" y="1156943"/>
              <a:ext cx="2072247" cy="207224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" name="Google Shape;102;p40"/>
            <p:cNvSpPr/>
            <p:nvPr/>
          </p:nvSpPr>
          <p:spPr>
            <a:xfrm>
              <a:off x="693871" y="475132"/>
              <a:ext cx="1499131" cy="171795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1051"/>
                  </a:moveTo>
                  <a:lnTo>
                    <a:pt x="0" y="11051"/>
                  </a:lnTo>
                  <a:cubicBezTo>
                    <a:pt x="4377" y="4227"/>
                    <a:pt x="12638" y="0"/>
                    <a:pt x="21600" y="0"/>
                  </a:cubicBezTo>
                  <a:lnTo>
                    <a:pt x="21600" y="21600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" name="Google Shape;103;p40"/>
            <p:cNvSpPr/>
            <p:nvPr/>
          </p:nvSpPr>
          <p:spPr>
            <a:xfrm rot="-9830444">
              <a:off x="1901617" y="4640841"/>
              <a:ext cx="426879" cy="426867"/>
            </a:xfrm>
            <a:custGeom>
              <a:avLst/>
              <a:gdLst/>
              <a:ahLst/>
              <a:cxnLst/>
              <a:rect l="l" t="t" r="r" b="b"/>
              <a:pathLst>
                <a:path w="19102" h="20274" extrusionOk="0">
                  <a:moveTo>
                    <a:pt x="17173" y="4029"/>
                  </a:moveTo>
                  <a:lnTo>
                    <a:pt x="17173" y="4029"/>
                  </a:lnTo>
                  <a:cubicBezTo>
                    <a:pt x="20351" y="8497"/>
                    <a:pt x="19515" y="14853"/>
                    <a:pt x="15305" y="18227"/>
                  </a:cubicBezTo>
                  <a:cubicBezTo>
                    <a:pt x="11096" y="21600"/>
                    <a:pt x="5107" y="20713"/>
                    <a:pt x="1929" y="16245"/>
                  </a:cubicBezTo>
                  <a:cubicBezTo>
                    <a:pt x="-1249" y="11777"/>
                    <a:pt x="-413" y="5420"/>
                    <a:pt x="3797" y="2047"/>
                  </a:cubicBezTo>
                  <a:cubicBezTo>
                    <a:pt x="5454" y="719"/>
                    <a:pt x="7474" y="0"/>
                    <a:pt x="9551" y="0"/>
                  </a:cubicBezTo>
                  <a:lnTo>
                    <a:pt x="9551" y="10137"/>
                  </a:lnTo>
                  <a:close/>
                </a:path>
              </a:pathLst>
            </a:custGeom>
            <a:solidFill>
              <a:srgbClr val="FFFFFF">
                <a:alpha val="9019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4" name="Google Shape;104;p40"/>
          <p:cNvSpPr txBox="1">
            <a:spLocks noGrp="1"/>
          </p:cNvSpPr>
          <p:nvPr>
            <p:ph type="title"/>
          </p:nvPr>
        </p:nvSpPr>
        <p:spPr>
          <a:xfrm>
            <a:off x="1098667" y="2151750"/>
            <a:ext cx="5673901" cy="249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aven Pro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40"/>
          <p:cNvSpPr txBox="1">
            <a:spLocks noGrp="1"/>
          </p:cNvSpPr>
          <p:nvPr>
            <p:ph type="body" idx="1"/>
          </p:nvPr>
        </p:nvSpPr>
        <p:spPr>
          <a:xfrm>
            <a:off x="1098667" y="4795067"/>
            <a:ext cx="5673901" cy="92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  <a:defRPr sz="21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  <a:defRPr sz="2100"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  <a:defRPr sz="2100"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  <a:defRPr sz="2100"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100"/>
              <a:buFont typeface="Nunito"/>
              <a:buNone/>
              <a:defRPr sz="2100">
                <a:solidFill>
                  <a:srgbClr val="FFFFFF"/>
                </a:solidFill>
              </a:defRPr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06" name="Google Shape;106;p40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ColTx">
  <p:cSld name="TITLE_AND_TWO_COLUMNS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41"/>
          <p:cNvGrpSpPr/>
          <p:nvPr/>
        </p:nvGrpSpPr>
        <p:grpSpPr>
          <a:xfrm>
            <a:off x="836008" y="1065360"/>
            <a:ext cx="666210" cy="666224"/>
            <a:chOff x="-1" y="0"/>
            <a:chExt cx="666209" cy="666223"/>
          </a:xfrm>
        </p:grpSpPr>
        <p:sp>
          <p:nvSpPr>
            <p:cNvPr id="109" name="Google Shape;109;p41"/>
            <p:cNvSpPr/>
            <p:nvPr/>
          </p:nvSpPr>
          <p:spPr>
            <a:xfrm rot="-5400000">
              <a:off x="269617" y="0"/>
              <a:ext cx="396038" cy="3960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" name="Google Shape;110;p41"/>
            <p:cNvSpPr/>
            <p:nvPr/>
          </p:nvSpPr>
          <p:spPr>
            <a:xfrm rot="-5400000">
              <a:off x="0" y="14"/>
              <a:ext cx="666208" cy="6662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1" name="Google Shape;111;p41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41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4574100" cy="338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41"/>
          <p:cNvSpPr txBox="1">
            <a:spLocks noGrp="1"/>
          </p:cNvSpPr>
          <p:nvPr>
            <p:ph type="body" idx="2"/>
          </p:nvPr>
        </p:nvSpPr>
        <p:spPr>
          <a:xfrm>
            <a:off x="6538200" y="2653400"/>
            <a:ext cx="4574101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41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>
  <p:cSld name="TITLE_ONLY 2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oogle Shape;116;p42"/>
          <p:cNvGrpSpPr/>
          <p:nvPr/>
        </p:nvGrpSpPr>
        <p:grpSpPr>
          <a:xfrm>
            <a:off x="836008" y="1065360"/>
            <a:ext cx="666210" cy="666224"/>
            <a:chOff x="-1" y="0"/>
            <a:chExt cx="666209" cy="666223"/>
          </a:xfrm>
        </p:grpSpPr>
        <p:sp>
          <p:nvSpPr>
            <p:cNvPr id="117" name="Google Shape;117;p42"/>
            <p:cNvSpPr/>
            <p:nvPr/>
          </p:nvSpPr>
          <p:spPr>
            <a:xfrm rot="-5400000">
              <a:off x="269617" y="0"/>
              <a:ext cx="396038" cy="3960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2"/>
            <p:cNvSpPr/>
            <p:nvPr/>
          </p:nvSpPr>
          <p:spPr>
            <a:xfrm rot="-5400000">
              <a:off x="0" y="14"/>
              <a:ext cx="666208" cy="6662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9" name="Google Shape;119;p42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42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43"/>
          <p:cNvGrpSpPr/>
          <p:nvPr/>
        </p:nvGrpSpPr>
        <p:grpSpPr>
          <a:xfrm>
            <a:off x="836008" y="1065360"/>
            <a:ext cx="666210" cy="666224"/>
            <a:chOff x="-1" y="0"/>
            <a:chExt cx="666209" cy="666223"/>
          </a:xfrm>
        </p:grpSpPr>
        <p:sp>
          <p:nvSpPr>
            <p:cNvPr id="123" name="Google Shape;123;p43"/>
            <p:cNvSpPr/>
            <p:nvPr/>
          </p:nvSpPr>
          <p:spPr>
            <a:xfrm rot="-5400000">
              <a:off x="269617" y="0"/>
              <a:ext cx="396038" cy="3960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3"/>
            <p:cNvSpPr/>
            <p:nvPr/>
          </p:nvSpPr>
          <p:spPr>
            <a:xfrm rot="-5400000">
              <a:off x="0" y="14"/>
              <a:ext cx="666208" cy="6662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5" name="Google Shape;125;p43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4416000" cy="2120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43"/>
          <p:cNvSpPr txBox="1">
            <a:spLocks noGrp="1"/>
          </p:cNvSpPr>
          <p:nvPr>
            <p:ph type="body" idx="1"/>
          </p:nvPr>
        </p:nvSpPr>
        <p:spPr>
          <a:xfrm>
            <a:off x="1738400" y="3079567"/>
            <a:ext cx="4416000" cy="29625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43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bg>
      <p:bgPr>
        <a:solidFill>
          <a:srgbClr val="C0791B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9" name="Google Shape;129;p44"/>
          <p:cNvGrpSpPr/>
          <p:nvPr/>
        </p:nvGrpSpPr>
        <p:grpSpPr>
          <a:xfrm>
            <a:off x="9155390" y="1672"/>
            <a:ext cx="3023102" cy="3468905"/>
            <a:chOff x="-2" y="-69"/>
            <a:chExt cx="3023101" cy="3468904"/>
          </a:xfrm>
        </p:grpSpPr>
        <p:grpSp>
          <p:nvGrpSpPr>
            <p:cNvPr id="130" name="Google Shape;130;p44"/>
            <p:cNvGrpSpPr/>
            <p:nvPr/>
          </p:nvGrpSpPr>
          <p:grpSpPr>
            <a:xfrm>
              <a:off x="369350" y="-69"/>
              <a:ext cx="2653749" cy="2653675"/>
              <a:chOff x="-1" y="0"/>
              <a:chExt cx="2653747" cy="2653674"/>
            </a:xfrm>
          </p:grpSpPr>
          <p:sp>
            <p:nvSpPr>
              <p:cNvPr id="131" name="Google Shape;131;p44"/>
              <p:cNvSpPr/>
              <p:nvPr/>
            </p:nvSpPr>
            <p:spPr>
              <a:xfrm rot="-8648551">
                <a:off x="702352" y="701936"/>
                <a:ext cx="1249605" cy="1249605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44"/>
              <p:cNvSpPr/>
              <p:nvPr/>
            </p:nvSpPr>
            <p:spPr>
              <a:xfrm rot="-8648551">
                <a:off x="775063" y="725429"/>
                <a:ext cx="1249644" cy="1001312"/>
              </a:xfrm>
              <a:custGeom>
                <a:avLst/>
                <a:gdLst/>
                <a:ahLst/>
                <a:cxnLst/>
                <a:rect l="l" t="t" r="r" b="b"/>
                <a:pathLst>
                  <a:path w="19692" h="19970" extrusionOk="0">
                    <a:moveTo>
                      <a:pt x="17704" y="0"/>
                    </a:moveTo>
                    <a:lnTo>
                      <a:pt x="17704" y="0"/>
                    </a:lnTo>
                    <a:cubicBezTo>
                      <a:pt x="20980" y="5492"/>
                      <a:pt x="20118" y="13307"/>
                      <a:pt x="15778" y="17453"/>
                    </a:cubicBezTo>
                    <a:cubicBezTo>
                      <a:pt x="11439" y="21600"/>
                      <a:pt x="5264" y="20509"/>
                      <a:pt x="1988" y="15017"/>
                    </a:cubicBezTo>
                    <a:cubicBezTo>
                      <a:pt x="-216" y="11322"/>
                      <a:pt x="-620" y="6385"/>
                      <a:pt x="939" y="2198"/>
                    </a:cubicBezTo>
                    <a:lnTo>
                      <a:pt x="9846" y="7508"/>
                    </a:ln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44"/>
              <p:cNvSpPr/>
              <p:nvPr/>
            </p:nvSpPr>
            <p:spPr>
              <a:xfrm rot="-8649154">
                <a:off x="376464" y="376590"/>
                <a:ext cx="1900817" cy="1900493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44"/>
            <p:cNvGrpSpPr/>
            <p:nvPr/>
          </p:nvGrpSpPr>
          <p:grpSpPr>
            <a:xfrm>
              <a:off x="1888767" y="2408860"/>
              <a:ext cx="1059975" cy="1059975"/>
              <a:chOff x="-1" y="0"/>
              <a:chExt cx="1059973" cy="1059973"/>
            </a:xfrm>
          </p:grpSpPr>
          <p:sp>
            <p:nvSpPr>
              <p:cNvPr id="135" name="Google Shape;135;p44"/>
              <p:cNvSpPr/>
              <p:nvPr/>
            </p:nvSpPr>
            <p:spPr>
              <a:xfrm rot="2152053">
                <a:off x="150417" y="150418"/>
                <a:ext cx="759137" cy="759137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44"/>
              <p:cNvSpPr/>
              <p:nvPr/>
            </p:nvSpPr>
            <p:spPr>
              <a:xfrm rot="2150259">
                <a:off x="268115" y="267478"/>
                <a:ext cx="523993" cy="523993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44"/>
              <p:cNvSpPr/>
              <p:nvPr/>
            </p:nvSpPr>
            <p:spPr>
              <a:xfrm rot="2150259">
                <a:off x="249184" y="326974"/>
                <a:ext cx="262012" cy="372662"/>
              </a:xfrm>
              <a:custGeom>
                <a:avLst/>
                <a:gdLst/>
                <a:ahLst/>
                <a:cxnLst/>
                <a:rect l="l" t="t" r="r" b="b"/>
                <a:pathLst>
                  <a:path w="20685" h="21600" extrusionOk="0">
                    <a:moveTo>
                      <a:pt x="18883" y="21600"/>
                    </a:moveTo>
                    <a:cubicBezTo>
                      <a:pt x="7503" y="20869"/>
                      <a:pt x="-915" y="13504"/>
                      <a:pt x="80" y="5149"/>
                    </a:cubicBezTo>
                    <a:cubicBezTo>
                      <a:pt x="293" y="3364"/>
                      <a:pt x="934" y="1621"/>
                      <a:pt x="1974" y="0"/>
                    </a:cubicBezTo>
                    <a:lnTo>
                      <a:pt x="20685" y="6472"/>
                    </a:ln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8" name="Google Shape;138;p44"/>
            <p:cNvGrpSpPr/>
            <p:nvPr/>
          </p:nvGrpSpPr>
          <p:grpSpPr>
            <a:xfrm>
              <a:off x="-2" y="156729"/>
              <a:ext cx="731585" cy="731585"/>
              <a:chOff x="-1" y="-1"/>
              <a:chExt cx="731583" cy="731583"/>
            </a:xfrm>
          </p:grpSpPr>
          <p:sp>
            <p:nvSpPr>
              <p:cNvPr id="139" name="Google Shape;139;p44"/>
              <p:cNvSpPr/>
              <p:nvPr/>
            </p:nvSpPr>
            <p:spPr>
              <a:xfrm rot="2150259">
                <a:off x="103794" y="103794"/>
                <a:ext cx="523993" cy="523993"/>
              </a:xfrm>
              <a:prstGeom prst="ellipse">
                <a:avLst/>
              </a:pr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44"/>
              <p:cNvSpPr/>
              <p:nvPr/>
            </p:nvSpPr>
            <p:spPr>
              <a:xfrm rot="2150259">
                <a:off x="84863" y="163290"/>
                <a:ext cx="262012" cy="372662"/>
              </a:xfrm>
              <a:custGeom>
                <a:avLst/>
                <a:gdLst/>
                <a:ahLst/>
                <a:cxnLst/>
                <a:rect l="l" t="t" r="r" b="b"/>
                <a:pathLst>
                  <a:path w="20685" h="21600" extrusionOk="0">
                    <a:moveTo>
                      <a:pt x="18883" y="21600"/>
                    </a:moveTo>
                    <a:cubicBezTo>
                      <a:pt x="7503" y="20869"/>
                      <a:pt x="-915" y="13504"/>
                      <a:pt x="80" y="5149"/>
                    </a:cubicBezTo>
                    <a:cubicBezTo>
                      <a:pt x="293" y="3364"/>
                      <a:pt x="934" y="1621"/>
                      <a:pt x="1974" y="0"/>
                    </a:cubicBezTo>
                    <a:lnTo>
                      <a:pt x="20685" y="6472"/>
                    </a:ln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41" name="Google Shape;141;p44"/>
          <p:cNvSpPr txBox="1">
            <a:spLocks noGrp="1"/>
          </p:cNvSpPr>
          <p:nvPr>
            <p:ph type="title"/>
          </p:nvPr>
        </p:nvSpPr>
        <p:spPr>
          <a:xfrm>
            <a:off x="1098667" y="1018133"/>
            <a:ext cx="7810501" cy="476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Maven Pro"/>
              <a:buNone/>
              <a:defRPr sz="48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44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45"/>
          <p:cNvGrpSpPr/>
          <p:nvPr/>
        </p:nvGrpSpPr>
        <p:grpSpPr>
          <a:xfrm>
            <a:off x="836008" y="1065360"/>
            <a:ext cx="666210" cy="666224"/>
            <a:chOff x="-1" y="0"/>
            <a:chExt cx="666209" cy="666223"/>
          </a:xfrm>
        </p:grpSpPr>
        <p:sp>
          <p:nvSpPr>
            <p:cNvPr id="145" name="Google Shape;145;p45"/>
            <p:cNvSpPr/>
            <p:nvPr/>
          </p:nvSpPr>
          <p:spPr>
            <a:xfrm rot="-5400000">
              <a:off x="269617" y="0"/>
              <a:ext cx="396038" cy="39603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" name="Google Shape;146;p45"/>
            <p:cNvSpPr/>
            <p:nvPr/>
          </p:nvSpPr>
          <p:spPr>
            <a:xfrm rot="-5400000">
              <a:off x="0" y="14"/>
              <a:ext cx="666208" cy="666209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45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4574100" cy="2653502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48" name="Google Shape;148;p45"/>
          <p:cNvSpPr txBox="1">
            <a:spLocks noGrp="1"/>
          </p:cNvSpPr>
          <p:nvPr>
            <p:ph type="body" idx="1"/>
          </p:nvPr>
        </p:nvSpPr>
        <p:spPr>
          <a:xfrm>
            <a:off x="1738400" y="3657603"/>
            <a:ext cx="4574100" cy="968101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Nunito"/>
              <a:buNone/>
              <a:defRPr sz="2100"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Nunito"/>
              <a:buNone/>
              <a:defRPr sz="2100"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Nunito"/>
              <a:buNone/>
              <a:defRPr sz="2100"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Nunito"/>
              <a:buNone/>
              <a:defRPr sz="2100"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100"/>
              <a:buFont typeface="Nunito"/>
              <a:buNone/>
              <a:defRPr sz="2100"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49" name="Google Shape;149;p45"/>
          <p:cNvSpPr txBox="1">
            <a:spLocks noGrp="1"/>
          </p:cNvSpPr>
          <p:nvPr>
            <p:ph type="body" idx="2"/>
          </p:nvPr>
        </p:nvSpPr>
        <p:spPr>
          <a:xfrm>
            <a:off x="6538266" y="881332"/>
            <a:ext cx="4574102" cy="5160902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2pPr>
            <a:lvl3pPr marL="1371600" lvl="2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3pPr>
            <a:lvl4pPr marL="1828800" lvl="3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4pPr>
            <a:lvl5pPr marL="2286000" lvl="4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150" name="Google Shape;150;p45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46"/>
          <p:cNvGrpSpPr/>
          <p:nvPr/>
        </p:nvGrpSpPr>
        <p:grpSpPr>
          <a:xfrm>
            <a:off x="952321" y="5679762"/>
            <a:ext cx="550282" cy="550294"/>
            <a:chOff x="-1" y="-1"/>
            <a:chExt cx="550281" cy="550293"/>
          </a:xfrm>
        </p:grpSpPr>
        <p:sp>
          <p:nvSpPr>
            <p:cNvPr id="153" name="Google Shape;153;p46"/>
            <p:cNvSpPr/>
            <p:nvPr/>
          </p:nvSpPr>
          <p:spPr>
            <a:xfrm rot="-5400000">
              <a:off x="222701" y="-1"/>
              <a:ext cx="327123" cy="3271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46"/>
            <p:cNvSpPr/>
            <p:nvPr/>
          </p:nvSpPr>
          <p:spPr>
            <a:xfrm rot="-5400000">
              <a:off x="0" y="12"/>
              <a:ext cx="550280" cy="550281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21600"/>
                  </a:moveTo>
                  <a:cubicBezTo>
                    <a:pt x="0" y="9671"/>
                    <a:pt x="9671" y="0"/>
                    <a:pt x="21600" y="0"/>
                  </a:cubicBezTo>
                  <a:lnTo>
                    <a:pt x="21600" y="21555"/>
                  </a:lnTo>
                  <a:close/>
                </a:path>
              </a:pathLst>
            </a:custGeom>
            <a:solidFill>
              <a:srgbClr val="424242">
                <a:alpha val="12156"/>
              </a:srgbClr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55" name="Google Shape;155;p46"/>
          <p:cNvSpPr txBox="1">
            <a:spLocks noGrp="1"/>
          </p:cNvSpPr>
          <p:nvPr>
            <p:ph type="body" idx="1"/>
          </p:nvPr>
        </p:nvSpPr>
        <p:spPr>
          <a:xfrm>
            <a:off x="1738400" y="5518632"/>
            <a:ext cx="7790700" cy="713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156" name="Google Shape;156;p46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bg>
      <p:bgPr>
        <a:solidFill>
          <a:schemeClr val="accent3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" name="Google Shape;158;p47"/>
          <p:cNvGrpSpPr/>
          <p:nvPr/>
        </p:nvGrpSpPr>
        <p:grpSpPr>
          <a:xfrm>
            <a:off x="66" y="5465460"/>
            <a:ext cx="12191747" cy="1392370"/>
            <a:chOff x="-2" y="-2"/>
            <a:chExt cx="12191746" cy="1392369"/>
          </a:xfrm>
        </p:grpSpPr>
        <p:grpSp>
          <p:nvGrpSpPr>
            <p:cNvPr id="159" name="Google Shape;159;p47"/>
            <p:cNvGrpSpPr/>
            <p:nvPr/>
          </p:nvGrpSpPr>
          <p:grpSpPr>
            <a:xfrm>
              <a:off x="-2" y="279991"/>
              <a:ext cx="308825" cy="1112375"/>
              <a:chOff x="-1" y="-1"/>
              <a:chExt cx="308823" cy="1112374"/>
            </a:xfrm>
          </p:grpSpPr>
          <p:sp>
            <p:nvSpPr>
              <p:cNvPr id="160" name="Google Shape;160;p47"/>
              <p:cNvSpPr/>
              <p:nvPr/>
            </p:nvSpPr>
            <p:spPr>
              <a:xfrm flipH="1">
                <a:off x="-1" y="559185"/>
                <a:ext cx="30882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47"/>
              <p:cNvSpPr/>
              <p:nvPr/>
            </p:nvSpPr>
            <p:spPr>
              <a:xfrm flipH="1">
                <a:off x="-1" y="-1"/>
                <a:ext cx="30882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47"/>
              <p:cNvSpPr/>
              <p:nvPr/>
            </p:nvSpPr>
            <p:spPr>
              <a:xfrm flipH="1">
                <a:off x="-1" y="279592"/>
                <a:ext cx="30882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47"/>
              <p:cNvSpPr/>
              <p:nvPr/>
            </p:nvSpPr>
            <p:spPr>
              <a:xfrm flipH="1">
                <a:off x="-1" y="838778"/>
                <a:ext cx="308823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8" y="0"/>
                    </a:moveTo>
                    <a:lnTo>
                      <a:pt x="12032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8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64" name="Google Shape;164;p47"/>
            <p:cNvGrpSpPr/>
            <p:nvPr/>
          </p:nvGrpSpPr>
          <p:grpSpPr>
            <a:xfrm>
              <a:off x="495124" y="-2"/>
              <a:ext cx="308825" cy="1392369"/>
              <a:chOff x="-1" y="-1"/>
              <a:chExt cx="308823" cy="1392367"/>
            </a:xfrm>
          </p:grpSpPr>
          <p:sp>
            <p:nvSpPr>
              <p:cNvPr id="165" name="Google Shape;165;p47"/>
              <p:cNvSpPr/>
              <p:nvPr/>
            </p:nvSpPr>
            <p:spPr>
              <a:xfrm flipH="1">
                <a:off x="-1" y="839178"/>
                <a:ext cx="30882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47"/>
              <p:cNvSpPr/>
              <p:nvPr/>
            </p:nvSpPr>
            <p:spPr>
              <a:xfrm flipH="1">
                <a:off x="-1" y="279992"/>
                <a:ext cx="30882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47"/>
              <p:cNvSpPr/>
              <p:nvPr/>
            </p:nvSpPr>
            <p:spPr>
              <a:xfrm flipH="1">
                <a:off x="-1" y="559585"/>
                <a:ext cx="30882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47"/>
              <p:cNvSpPr/>
              <p:nvPr/>
            </p:nvSpPr>
            <p:spPr>
              <a:xfrm flipH="1">
                <a:off x="-1" y="-1"/>
                <a:ext cx="30882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47"/>
              <p:cNvSpPr/>
              <p:nvPr/>
            </p:nvSpPr>
            <p:spPr>
              <a:xfrm flipH="1">
                <a:off x="-1" y="1118771"/>
                <a:ext cx="308823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8" y="0"/>
                    </a:moveTo>
                    <a:lnTo>
                      <a:pt x="12032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8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0" name="Google Shape;170;p47"/>
            <p:cNvGrpSpPr/>
            <p:nvPr/>
          </p:nvGrpSpPr>
          <p:grpSpPr>
            <a:xfrm>
              <a:off x="990252" y="279991"/>
              <a:ext cx="308825" cy="1112375"/>
              <a:chOff x="-1" y="-1"/>
              <a:chExt cx="308823" cy="1112374"/>
            </a:xfrm>
          </p:grpSpPr>
          <p:sp>
            <p:nvSpPr>
              <p:cNvPr id="171" name="Google Shape;171;p47"/>
              <p:cNvSpPr/>
              <p:nvPr/>
            </p:nvSpPr>
            <p:spPr>
              <a:xfrm flipH="1">
                <a:off x="-1" y="559185"/>
                <a:ext cx="30882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47"/>
              <p:cNvSpPr/>
              <p:nvPr/>
            </p:nvSpPr>
            <p:spPr>
              <a:xfrm flipH="1">
                <a:off x="-1" y="-1"/>
                <a:ext cx="30882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47"/>
              <p:cNvSpPr/>
              <p:nvPr/>
            </p:nvSpPr>
            <p:spPr>
              <a:xfrm flipH="1">
                <a:off x="-1" y="279592"/>
                <a:ext cx="30882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47"/>
              <p:cNvSpPr/>
              <p:nvPr/>
            </p:nvSpPr>
            <p:spPr>
              <a:xfrm flipH="1">
                <a:off x="-1" y="838778"/>
                <a:ext cx="308823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8" y="0"/>
                    </a:moveTo>
                    <a:lnTo>
                      <a:pt x="12032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8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5" name="Google Shape;175;p47"/>
            <p:cNvGrpSpPr/>
            <p:nvPr/>
          </p:nvGrpSpPr>
          <p:grpSpPr>
            <a:xfrm>
              <a:off x="1485378" y="559584"/>
              <a:ext cx="308825" cy="832782"/>
              <a:chOff x="-1" y="-1"/>
              <a:chExt cx="308823" cy="832781"/>
            </a:xfrm>
          </p:grpSpPr>
          <p:sp>
            <p:nvSpPr>
              <p:cNvPr id="176" name="Google Shape;176;p47"/>
              <p:cNvSpPr/>
              <p:nvPr/>
            </p:nvSpPr>
            <p:spPr>
              <a:xfrm flipH="1">
                <a:off x="-1" y="279592"/>
                <a:ext cx="30882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47"/>
              <p:cNvSpPr/>
              <p:nvPr/>
            </p:nvSpPr>
            <p:spPr>
              <a:xfrm flipH="1">
                <a:off x="-1" y="-1"/>
                <a:ext cx="30882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47"/>
              <p:cNvSpPr/>
              <p:nvPr/>
            </p:nvSpPr>
            <p:spPr>
              <a:xfrm flipH="1">
                <a:off x="-1" y="559185"/>
                <a:ext cx="308823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8" y="0"/>
                    </a:moveTo>
                    <a:lnTo>
                      <a:pt x="12032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8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79" name="Google Shape;179;p47"/>
            <p:cNvGrpSpPr/>
            <p:nvPr/>
          </p:nvGrpSpPr>
          <p:grpSpPr>
            <a:xfrm>
              <a:off x="2475537" y="-2"/>
              <a:ext cx="308796" cy="1392369"/>
              <a:chOff x="-1" y="-1"/>
              <a:chExt cx="308794" cy="1392367"/>
            </a:xfrm>
          </p:grpSpPr>
          <p:sp>
            <p:nvSpPr>
              <p:cNvPr id="180" name="Google Shape;180;p47"/>
              <p:cNvSpPr/>
              <p:nvPr/>
            </p:nvSpPr>
            <p:spPr>
              <a:xfrm flipH="1">
                <a:off x="0" y="839178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47"/>
              <p:cNvSpPr/>
              <p:nvPr/>
            </p:nvSpPr>
            <p:spPr>
              <a:xfrm flipH="1">
                <a:off x="0" y="279992"/>
                <a:ext cx="30879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47"/>
              <p:cNvSpPr/>
              <p:nvPr/>
            </p:nvSpPr>
            <p:spPr>
              <a:xfrm flipH="1">
                <a:off x="0" y="559585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47"/>
              <p:cNvSpPr/>
              <p:nvPr/>
            </p:nvSpPr>
            <p:spPr>
              <a:xfrm flipH="1">
                <a:off x="0" y="-1"/>
                <a:ext cx="30879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47"/>
              <p:cNvSpPr/>
              <p:nvPr/>
            </p:nvSpPr>
            <p:spPr>
              <a:xfrm flipH="1">
                <a:off x="-1" y="1118771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5" name="Google Shape;185;p47"/>
            <p:cNvGrpSpPr/>
            <p:nvPr/>
          </p:nvGrpSpPr>
          <p:grpSpPr>
            <a:xfrm>
              <a:off x="2970663" y="279991"/>
              <a:ext cx="308796" cy="1112375"/>
              <a:chOff x="-1" y="-1"/>
              <a:chExt cx="308794" cy="1112374"/>
            </a:xfrm>
          </p:grpSpPr>
          <p:sp>
            <p:nvSpPr>
              <p:cNvPr id="186" name="Google Shape;186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0" name="Google Shape;190;p47"/>
            <p:cNvGrpSpPr/>
            <p:nvPr/>
          </p:nvGrpSpPr>
          <p:grpSpPr>
            <a:xfrm>
              <a:off x="3465791" y="559584"/>
              <a:ext cx="308796" cy="832782"/>
              <a:chOff x="-1" y="-1"/>
              <a:chExt cx="308794" cy="832781"/>
            </a:xfrm>
          </p:grpSpPr>
          <p:sp>
            <p:nvSpPr>
              <p:cNvPr id="191" name="Google Shape;191;p47"/>
              <p:cNvSpPr/>
              <p:nvPr/>
            </p:nvSpPr>
            <p:spPr>
              <a:xfrm flipH="1">
                <a:off x="0" y="279592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47"/>
              <p:cNvSpPr/>
              <p:nvPr/>
            </p:nvSpPr>
            <p:spPr>
              <a:xfrm flipH="1">
                <a:off x="0" y="-1"/>
                <a:ext cx="30879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47"/>
              <p:cNvSpPr/>
              <p:nvPr/>
            </p:nvSpPr>
            <p:spPr>
              <a:xfrm flipH="1">
                <a:off x="-1" y="559185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94" name="Google Shape;194;p47"/>
            <p:cNvGrpSpPr/>
            <p:nvPr/>
          </p:nvGrpSpPr>
          <p:grpSpPr>
            <a:xfrm>
              <a:off x="4456045" y="-2"/>
              <a:ext cx="308796" cy="1392369"/>
              <a:chOff x="-1" y="-1"/>
              <a:chExt cx="308794" cy="1392367"/>
            </a:xfrm>
          </p:grpSpPr>
          <p:sp>
            <p:nvSpPr>
              <p:cNvPr id="195" name="Google Shape;195;p47"/>
              <p:cNvSpPr/>
              <p:nvPr/>
            </p:nvSpPr>
            <p:spPr>
              <a:xfrm flipH="1">
                <a:off x="0" y="839178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47"/>
              <p:cNvSpPr/>
              <p:nvPr/>
            </p:nvSpPr>
            <p:spPr>
              <a:xfrm flipH="1">
                <a:off x="0" y="279992"/>
                <a:ext cx="30879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47"/>
              <p:cNvSpPr/>
              <p:nvPr/>
            </p:nvSpPr>
            <p:spPr>
              <a:xfrm flipH="1">
                <a:off x="0" y="559585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47"/>
              <p:cNvSpPr/>
              <p:nvPr/>
            </p:nvSpPr>
            <p:spPr>
              <a:xfrm flipH="1">
                <a:off x="0" y="-1"/>
                <a:ext cx="30879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47"/>
              <p:cNvSpPr/>
              <p:nvPr/>
            </p:nvSpPr>
            <p:spPr>
              <a:xfrm flipH="1">
                <a:off x="-1" y="1118771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0" name="Google Shape;200;p47"/>
            <p:cNvGrpSpPr/>
            <p:nvPr/>
          </p:nvGrpSpPr>
          <p:grpSpPr>
            <a:xfrm>
              <a:off x="4951171" y="279991"/>
              <a:ext cx="308796" cy="1112375"/>
              <a:chOff x="-1" y="-1"/>
              <a:chExt cx="308794" cy="1112374"/>
            </a:xfrm>
          </p:grpSpPr>
          <p:sp>
            <p:nvSpPr>
              <p:cNvPr id="201" name="Google Shape;201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05" name="Google Shape;205;p47"/>
            <p:cNvGrpSpPr/>
            <p:nvPr/>
          </p:nvGrpSpPr>
          <p:grpSpPr>
            <a:xfrm>
              <a:off x="1980409" y="279991"/>
              <a:ext cx="308796" cy="1112375"/>
              <a:chOff x="-1" y="-1"/>
              <a:chExt cx="308794" cy="1112374"/>
            </a:xfrm>
          </p:grpSpPr>
          <p:sp>
            <p:nvSpPr>
              <p:cNvPr id="206" name="Google Shape;206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0" name="Google Shape;210;p47"/>
            <p:cNvGrpSpPr/>
            <p:nvPr/>
          </p:nvGrpSpPr>
          <p:grpSpPr>
            <a:xfrm>
              <a:off x="5446298" y="559584"/>
              <a:ext cx="308795" cy="832782"/>
              <a:chOff x="-1" y="-1"/>
              <a:chExt cx="308794" cy="832781"/>
            </a:xfrm>
          </p:grpSpPr>
          <p:sp>
            <p:nvSpPr>
              <p:cNvPr id="211" name="Google Shape;211;p47"/>
              <p:cNvSpPr/>
              <p:nvPr/>
            </p:nvSpPr>
            <p:spPr>
              <a:xfrm flipH="1">
                <a:off x="0" y="279592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2" name="Google Shape;212;p47"/>
              <p:cNvSpPr/>
              <p:nvPr/>
            </p:nvSpPr>
            <p:spPr>
              <a:xfrm flipH="1">
                <a:off x="0" y="-1"/>
                <a:ext cx="30879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3" name="Google Shape;213;p47"/>
              <p:cNvSpPr/>
              <p:nvPr/>
            </p:nvSpPr>
            <p:spPr>
              <a:xfrm flipH="1">
                <a:off x="-1" y="559185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4" name="Google Shape;214;p47"/>
            <p:cNvGrpSpPr/>
            <p:nvPr/>
          </p:nvGrpSpPr>
          <p:grpSpPr>
            <a:xfrm>
              <a:off x="3960917" y="279991"/>
              <a:ext cx="308796" cy="1112375"/>
              <a:chOff x="-1" y="-1"/>
              <a:chExt cx="308794" cy="1112374"/>
            </a:xfrm>
          </p:grpSpPr>
          <p:sp>
            <p:nvSpPr>
              <p:cNvPr id="215" name="Google Shape;215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6" name="Google Shape;216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7" name="Google Shape;217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8" name="Google Shape;218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19" name="Google Shape;219;p47"/>
            <p:cNvGrpSpPr/>
            <p:nvPr/>
          </p:nvGrpSpPr>
          <p:grpSpPr>
            <a:xfrm>
              <a:off x="5941425" y="279991"/>
              <a:ext cx="308796" cy="1112375"/>
              <a:chOff x="-1" y="-1"/>
              <a:chExt cx="308794" cy="1112374"/>
            </a:xfrm>
          </p:grpSpPr>
          <p:sp>
            <p:nvSpPr>
              <p:cNvPr id="220" name="Google Shape;220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1" name="Google Shape;221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2" name="Google Shape;222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3" name="Google Shape;223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24" name="Google Shape;224;p47"/>
            <p:cNvGrpSpPr/>
            <p:nvPr/>
          </p:nvGrpSpPr>
          <p:grpSpPr>
            <a:xfrm>
              <a:off x="6436551" y="-2"/>
              <a:ext cx="308796" cy="1392369"/>
              <a:chOff x="-1" y="-1"/>
              <a:chExt cx="308794" cy="1392367"/>
            </a:xfrm>
          </p:grpSpPr>
          <p:sp>
            <p:nvSpPr>
              <p:cNvPr id="225" name="Google Shape;225;p47"/>
              <p:cNvSpPr/>
              <p:nvPr/>
            </p:nvSpPr>
            <p:spPr>
              <a:xfrm flipH="1">
                <a:off x="0" y="839178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6" name="Google Shape;226;p47"/>
              <p:cNvSpPr/>
              <p:nvPr/>
            </p:nvSpPr>
            <p:spPr>
              <a:xfrm flipH="1">
                <a:off x="0" y="279992"/>
                <a:ext cx="30879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7" name="Google Shape;227;p47"/>
              <p:cNvSpPr/>
              <p:nvPr/>
            </p:nvSpPr>
            <p:spPr>
              <a:xfrm flipH="1">
                <a:off x="0" y="559585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8" name="Google Shape;228;p47"/>
              <p:cNvSpPr/>
              <p:nvPr/>
            </p:nvSpPr>
            <p:spPr>
              <a:xfrm flipH="1">
                <a:off x="0" y="-1"/>
                <a:ext cx="30879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9" name="Google Shape;229;p47"/>
              <p:cNvSpPr/>
              <p:nvPr/>
            </p:nvSpPr>
            <p:spPr>
              <a:xfrm flipH="1">
                <a:off x="-1" y="1118771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0" name="Google Shape;230;p47"/>
            <p:cNvGrpSpPr/>
            <p:nvPr/>
          </p:nvGrpSpPr>
          <p:grpSpPr>
            <a:xfrm>
              <a:off x="6931679" y="279991"/>
              <a:ext cx="308796" cy="1112375"/>
              <a:chOff x="-1" y="-1"/>
              <a:chExt cx="308794" cy="1112374"/>
            </a:xfrm>
          </p:grpSpPr>
          <p:sp>
            <p:nvSpPr>
              <p:cNvPr id="231" name="Google Shape;231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2" name="Google Shape;232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3" name="Google Shape;233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4" name="Google Shape;234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5" name="Google Shape;235;p47"/>
            <p:cNvGrpSpPr/>
            <p:nvPr/>
          </p:nvGrpSpPr>
          <p:grpSpPr>
            <a:xfrm>
              <a:off x="7426805" y="559584"/>
              <a:ext cx="308796" cy="832782"/>
              <a:chOff x="-1" y="-1"/>
              <a:chExt cx="308794" cy="832781"/>
            </a:xfrm>
          </p:grpSpPr>
          <p:sp>
            <p:nvSpPr>
              <p:cNvPr id="236" name="Google Shape;236;p47"/>
              <p:cNvSpPr/>
              <p:nvPr/>
            </p:nvSpPr>
            <p:spPr>
              <a:xfrm flipH="1">
                <a:off x="0" y="279592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7" name="Google Shape;237;p47"/>
              <p:cNvSpPr/>
              <p:nvPr/>
            </p:nvSpPr>
            <p:spPr>
              <a:xfrm flipH="1">
                <a:off x="0" y="-1"/>
                <a:ext cx="30879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8" name="Google Shape;238;p47"/>
              <p:cNvSpPr/>
              <p:nvPr/>
            </p:nvSpPr>
            <p:spPr>
              <a:xfrm flipH="1">
                <a:off x="-1" y="559185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39" name="Google Shape;239;p47"/>
            <p:cNvGrpSpPr/>
            <p:nvPr/>
          </p:nvGrpSpPr>
          <p:grpSpPr>
            <a:xfrm>
              <a:off x="7921933" y="279991"/>
              <a:ext cx="308796" cy="1112375"/>
              <a:chOff x="-1" y="-1"/>
              <a:chExt cx="308794" cy="1112374"/>
            </a:xfrm>
          </p:grpSpPr>
          <p:sp>
            <p:nvSpPr>
              <p:cNvPr id="240" name="Google Shape;240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1" name="Google Shape;241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2" name="Google Shape;242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3" name="Google Shape;243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44" name="Google Shape;244;p47"/>
            <p:cNvGrpSpPr/>
            <p:nvPr/>
          </p:nvGrpSpPr>
          <p:grpSpPr>
            <a:xfrm>
              <a:off x="8417059" y="-2"/>
              <a:ext cx="308796" cy="1392369"/>
              <a:chOff x="-1" y="-1"/>
              <a:chExt cx="308794" cy="1392367"/>
            </a:xfrm>
          </p:grpSpPr>
          <p:sp>
            <p:nvSpPr>
              <p:cNvPr id="245" name="Google Shape;245;p47"/>
              <p:cNvSpPr/>
              <p:nvPr/>
            </p:nvSpPr>
            <p:spPr>
              <a:xfrm flipH="1">
                <a:off x="0" y="839178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6" name="Google Shape;246;p47"/>
              <p:cNvSpPr/>
              <p:nvPr/>
            </p:nvSpPr>
            <p:spPr>
              <a:xfrm flipH="1">
                <a:off x="0" y="279992"/>
                <a:ext cx="30879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7" name="Google Shape;247;p47"/>
              <p:cNvSpPr/>
              <p:nvPr/>
            </p:nvSpPr>
            <p:spPr>
              <a:xfrm flipH="1">
                <a:off x="0" y="559585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8" name="Google Shape;248;p47"/>
              <p:cNvSpPr/>
              <p:nvPr/>
            </p:nvSpPr>
            <p:spPr>
              <a:xfrm flipH="1">
                <a:off x="0" y="-1"/>
                <a:ext cx="30879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9" name="Google Shape;249;p47"/>
              <p:cNvSpPr/>
              <p:nvPr/>
            </p:nvSpPr>
            <p:spPr>
              <a:xfrm flipH="1">
                <a:off x="-1" y="1118771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0" name="Google Shape;250;p47"/>
            <p:cNvGrpSpPr/>
            <p:nvPr/>
          </p:nvGrpSpPr>
          <p:grpSpPr>
            <a:xfrm>
              <a:off x="8912186" y="279991"/>
              <a:ext cx="308796" cy="1112375"/>
              <a:chOff x="-1" y="-1"/>
              <a:chExt cx="308794" cy="1112374"/>
            </a:xfrm>
          </p:grpSpPr>
          <p:sp>
            <p:nvSpPr>
              <p:cNvPr id="251" name="Google Shape;251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2" name="Google Shape;252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3" name="Google Shape;253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4" name="Google Shape;254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5" name="Google Shape;255;p47"/>
            <p:cNvGrpSpPr/>
            <p:nvPr/>
          </p:nvGrpSpPr>
          <p:grpSpPr>
            <a:xfrm>
              <a:off x="9407313" y="559584"/>
              <a:ext cx="308796" cy="832782"/>
              <a:chOff x="-1" y="-1"/>
              <a:chExt cx="308794" cy="832781"/>
            </a:xfrm>
          </p:grpSpPr>
          <p:sp>
            <p:nvSpPr>
              <p:cNvPr id="256" name="Google Shape;256;p47"/>
              <p:cNvSpPr/>
              <p:nvPr/>
            </p:nvSpPr>
            <p:spPr>
              <a:xfrm flipH="1">
                <a:off x="0" y="279592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7" name="Google Shape;257;p47"/>
              <p:cNvSpPr/>
              <p:nvPr/>
            </p:nvSpPr>
            <p:spPr>
              <a:xfrm flipH="1">
                <a:off x="0" y="-1"/>
                <a:ext cx="30879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47"/>
              <p:cNvSpPr/>
              <p:nvPr/>
            </p:nvSpPr>
            <p:spPr>
              <a:xfrm flipH="1">
                <a:off x="-1" y="559185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9" name="Google Shape;259;p47"/>
            <p:cNvGrpSpPr/>
            <p:nvPr/>
          </p:nvGrpSpPr>
          <p:grpSpPr>
            <a:xfrm>
              <a:off x="10397567" y="-2"/>
              <a:ext cx="308796" cy="1392369"/>
              <a:chOff x="-1" y="-1"/>
              <a:chExt cx="308794" cy="1392367"/>
            </a:xfrm>
          </p:grpSpPr>
          <p:sp>
            <p:nvSpPr>
              <p:cNvPr id="260" name="Google Shape;260;p47"/>
              <p:cNvSpPr/>
              <p:nvPr/>
            </p:nvSpPr>
            <p:spPr>
              <a:xfrm flipH="1">
                <a:off x="0" y="839178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1" name="Google Shape;261;p47"/>
              <p:cNvSpPr/>
              <p:nvPr/>
            </p:nvSpPr>
            <p:spPr>
              <a:xfrm flipH="1">
                <a:off x="0" y="279992"/>
                <a:ext cx="308793" cy="1112373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2" name="Google Shape;262;p47"/>
              <p:cNvSpPr/>
              <p:nvPr/>
            </p:nvSpPr>
            <p:spPr>
              <a:xfrm flipH="1">
                <a:off x="0" y="559585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3" name="Google Shape;263;p47"/>
              <p:cNvSpPr/>
              <p:nvPr/>
            </p:nvSpPr>
            <p:spPr>
              <a:xfrm flipH="1">
                <a:off x="0" y="-1"/>
                <a:ext cx="308793" cy="139236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072"/>
                      <a:pt x="21600" y="239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395"/>
                    </a:lnTo>
                    <a:cubicBezTo>
                      <a:pt x="0" y="107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4" name="Google Shape;264;p47"/>
              <p:cNvSpPr/>
              <p:nvPr/>
            </p:nvSpPr>
            <p:spPr>
              <a:xfrm flipH="1">
                <a:off x="-1" y="1118771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65" name="Google Shape;265;p47"/>
            <p:cNvGrpSpPr/>
            <p:nvPr/>
          </p:nvGrpSpPr>
          <p:grpSpPr>
            <a:xfrm>
              <a:off x="10892694" y="279991"/>
              <a:ext cx="308796" cy="1112375"/>
              <a:chOff x="-1" y="-1"/>
              <a:chExt cx="308794" cy="1112374"/>
            </a:xfrm>
          </p:grpSpPr>
          <p:sp>
            <p:nvSpPr>
              <p:cNvPr id="266" name="Google Shape;266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7" name="Google Shape;267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8" name="Google Shape;268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9" name="Google Shape;269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0" name="Google Shape;270;p47"/>
            <p:cNvGrpSpPr/>
            <p:nvPr/>
          </p:nvGrpSpPr>
          <p:grpSpPr>
            <a:xfrm>
              <a:off x="9902441" y="279991"/>
              <a:ext cx="308796" cy="1112375"/>
              <a:chOff x="-1" y="-1"/>
              <a:chExt cx="308794" cy="1112374"/>
            </a:xfrm>
          </p:grpSpPr>
          <p:sp>
            <p:nvSpPr>
              <p:cNvPr id="271" name="Google Shape;271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2" name="Google Shape;272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3" name="Google Shape;273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4" name="Google Shape;274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5" name="Google Shape;275;p47"/>
            <p:cNvGrpSpPr/>
            <p:nvPr/>
          </p:nvGrpSpPr>
          <p:grpSpPr>
            <a:xfrm>
              <a:off x="11387821" y="559584"/>
              <a:ext cx="308795" cy="832782"/>
              <a:chOff x="-1" y="-1"/>
              <a:chExt cx="308794" cy="832781"/>
            </a:xfrm>
          </p:grpSpPr>
          <p:sp>
            <p:nvSpPr>
              <p:cNvPr id="276" name="Google Shape;276;p47"/>
              <p:cNvSpPr/>
              <p:nvPr/>
            </p:nvSpPr>
            <p:spPr>
              <a:xfrm flipH="1">
                <a:off x="0" y="279592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7" name="Google Shape;277;p47"/>
              <p:cNvSpPr/>
              <p:nvPr/>
            </p:nvSpPr>
            <p:spPr>
              <a:xfrm flipH="1">
                <a:off x="0" y="-1"/>
                <a:ext cx="308793" cy="832781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8" name="Google Shape;278;p47"/>
              <p:cNvSpPr/>
              <p:nvPr/>
            </p:nvSpPr>
            <p:spPr>
              <a:xfrm flipH="1">
                <a:off x="-1" y="559185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79" name="Google Shape;279;p47"/>
            <p:cNvGrpSpPr/>
            <p:nvPr/>
          </p:nvGrpSpPr>
          <p:grpSpPr>
            <a:xfrm>
              <a:off x="11882948" y="279991"/>
              <a:ext cx="308796" cy="1112375"/>
              <a:chOff x="-1" y="-1"/>
              <a:chExt cx="308794" cy="1112374"/>
            </a:xfrm>
          </p:grpSpPr>
          <p:sp>
            <p:nvSpPr>
              <p:cNvPr id="280" name="Google Shape;280;p47"/>
              <p:cNvSpPr/>
              <p:nvPr/>
            </p:nvSpPr>
            <p:spPr>
              <a:xfrm flipH="1">
                <a:off x="0" y="559185"/>
                <a:ext cx="308793" cy="553187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2699"/>
                      <a:pt x="21600" y="6029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6029"/>
                    </a:lnTo>
                    <a:cubicBezTo>
                      <a:pt x="0" y="2699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1" name="Google Shape;281;p47"/>
              <p:cNvSpPr/>
              <p:nvPr/>
            </p:nvSpPr>
            <p:spPr>
              <a:xfrm flipH="1">
                <a:off x="0" y="-1"/>
                <a:ext cx="308793" cy="111237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342"/>
                      <a:pt x="21600" y="2998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2998"/>
                    </a:lnTo>
                    <a:cubicBezTo>
                      <a:pt x="0" y="1342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2" name="Google Shape;282;p47"/>
              <p:cNvSpPr/>
              <p:nvPr/>
            </p:nvSpPr>
            <p:spPr>
              <a:xfrm flipH="1">
                <a:off x="0" y="279592"/>
                <a:ext cx="308793" cy="832780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10800" y="0"/>
                    </a:moveTo>
                    <a:cubicBezTo>
                      <a:pt x="16765" y="0"/>
                      <a:pt x="21600" y="1793"/>
                      <a:pt x="21600" y="4005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4005"/>
                    </a:lnTo>
                    <a:cubicBezTo>
                      <a:pt x="0" y="1793"/>
                      <a:pt x="4835" y="0"/>
                      <a:pt x="10800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3" name="Google Shape;283;p47"/>
              <p:cNvSpPr/>
              <p:nvPr/>
            </p:nvSpPr>
            <p:spPr>
              <a:xfrm flipH="1">
                <a:off x="-1" y="838778"/>
                <a:ext cx="308794" cy="27359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9569" y="0"/>
                    </a:moveTo>
                    <a:lnTo>
                      <a:pt x="12031" y="0"/>
                    </a:lnTo>
                    <a:cubicBezTo>
                      <a:pt x="17316" y="0"/>
                      <a:pt x="21600" y="4835"/>
                      <a:pt x="21600" y="10800"/>
                    </a:cubicBez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10800"/>
                    </a:lnTo>
                    <a:cubicBezTo>
                      <a:pt x="0" y="4835"/>
                      <a:pt x="4284" y="0"/>
                      <a:pt x="9569" y="0"/>
                    </a:cubicBezTo>
                    <a:close/>
                  </a:path>
                </a:pathLst>
              </a:custGeom>
              <a:solidFill>
                <a:srgbClr val="FFFFFF">
                  <a:alpha val="9019"/>
                </a:srgbClr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endParaRPr sz="1400" b="0" i="0" u="none" strike="noStrike" cap="none">
                  <a:solidFill>
                    <a:srgbClr val="C0791B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84" name="Google Shape;284;p47"/>
          <p:cNvSpPr txBox="1">
            <a:spLocks noGrp="1"/>
          </p:cNvSpPr>
          <p:nvPr>
            <p:ph type="title" hasCustomPrompt="1"/>
          </p:nvPr>
        </p:nvSpPr>
        <p:spPr>
          <a:xfrm>
            <a:off x="1851499" y="1030299"/>
            <a:ext cx="8489101" cy="2484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700"/>
              <a:buFont typeface="Maven Pro"/>
              <a:buNone/>
              <a:defRPr sz="107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800"/>
              <a:buNone/>
              <a:defRPr/>
            </a:lvl9pPr>
          </a:lstStyle>
          <a:p>
            <a:r>
              <a:t>xx%</a:t>
            </a:r>
          </a:p>
        </p:txBody>
      </p:sp>
      <p:sp>
        <p:nvSpPr>
          <p:cNvPr id="285" name="Google Shape;285;p47"/>
          <p:cNvSpPr txBox="1">
            <a:spLocks noGrp="1"/>
          </p:cNvSpPr>
          <p:nvPr>
            <p:ph type="body" idx="1"/>
          </p:nvPr>
        </p:nvSpPr>
        <p:spPr>
          <a:xfrm>
            <a:off x="1851499" y="3616400"/>
            <a:ext cx="8489101" cy="1481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lvl="0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  <a:defRPr>
                <a:solidFill>
                  <a:srgbClr val="FFFFFF"/>
                </a:solidFill>
              </a:defRPr>
            </a:lvl1pPr>
            <a:lvl2pPr marL="914400" lvl="1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  <a:defRPr>
                <a:solidFill>
                  <a:srgbClr val="FFFFFF"/>
                </a:solidFill>
              </a:defRPr>
            </a:lvl2pPr>
            <a:lvl3pPr marL="1371600" lvl="2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■"/>
              <a:defRPr>
                <a:solidFill>
                  <a:srgbClr val="FFFFFF"/>
                </a:solidFill>
              </a:defRPr>
            </a:lvl3pPr>
            <a:lvl4pPr marL="1828800" lvl="3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●"/>
              <a:defRPr>
                <a:solidFill>
                  <a:srgbClr val="FFFFFF"/>
                </a:solidFill>
              </a:defRPr>
            </a:lvl4pPr>
            <a:lvl5pPr marL="2286000" lvl="4" indent="-33655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Char char="○"/>
              <a:defRPr>
                <a:solidFill>
                  <a:srgbClr val="FFFFFF"/>
                </a:solidFill>
              </a:defRPr>
            </a:lvl5pPr>
            <a:lvl6pPr marL="2743200" lvl="5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6pPr>
            <a:lvl7pPr marL="3200400" lvl="6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7pPr>
            <a:lvl8pPr marL="3657600" lvl="7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○"/>
              <a:defRPr/>
            </a:lvl8pPr>
            <a:lvl9pPr marL="4114800" lvl="8" indent="-3365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■"/>
              <a:defRPr/>
            </a:lvl9pPr>
          </a:lstStyle>
          <a:p>
            <a:endParaRPr/>
          </a:p>
        </p:txBody>
      </p:sp>
      <p:sp>
        <p:nvSpPr>
          <p:cNvPr id="286" name="Google Shape;286;p47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Nunito"/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200" b="0" i="0" u="none" strike="noStrike" cap="none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4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  <a:defRPr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>
            <a:endParaRPr/>
          </a:p>
        </p:txBody>
      </p:sp>
      <p:sp>
        <p:nvSpPr>
          <p:cNvPr id="7" name="Google Shape;7;p34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>
            <a:lvl1pPr marL="457200" marR="0" lvl="0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●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914400" marR="0" lvl="1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○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1371600" marR="0" lvl="2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■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1828800" marR="0" lvl="3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●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2286000" marR="0" lvl="4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○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2743200" marR="0" lvl="5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■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3200400" marR="0" lvl="6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●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3657600" marR="0" lvl="7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○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4114800" marR="0" lvl="8" indent="-3365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700"/>
              <a:buFont typeface="Helvetica Neue"/>
              <a:buChar char="■"/>
              <a:defRPr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8" name="Google Shape;8;p34"/>
          <p:cNvSpPr txBox="1">
            <a:spLocks noGrp="1"/>
          </p:cNvSpPr>
          <p:nvPr>
            <p:ph type="sldNum" idx="12"/>
          </p:nvPr>
        </p:nvSpPr>
        <p:spPr>
          <a:xfrm>
            <a:off x="11573746" y="6367517"/>
            <a:ext cx="426016" cy="421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1200"/>
              <a:buFont typeface="Nunito"/>
              <a:buNone/>
              <a:defRPr sz="12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"/>
          <p:cNvSpPr/>
          <p:nvPr/>
        </p:nvSpPr>
        <p:spPr>
          <a:xfrm>
            <a:off x="-2" y="-1"/>
            <a:ext cx="12192001" cy="685736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"/>
          <p:cNvSpPr/>
          <p:nvPr/>
        </p:nvSpPr>
        <p:spPr>
          <a:xfrm>
            <a:off x="596460" y="560933"/>
            <a:ext cx="10999076" cy="5325139"/>
          </a:xfrm>
          <a:prstGeom prst="rect">
            <a:avLst/>
          </a:prstGeom>
          <a:gradFill>
            <a:gsLst>
              <a:gs pos="0">
                <a:srgbClr val="0070C0"/>
              </a:gs>
              <a:gs pos="1999">
                <a:srgbClr val="61B075"/>
              </a:gs>
              <a:gs pos="6004">
                <a:srgbClr val="0070C0"/>
              </a:gs>
              <a:gs pos="13024">
                <a:srgbClr val="0070C0"/>
              </a:gs>
              <a:gs pos="74000">
                <a:srgbClr val="00B0F0"/>
              </a:gs>
              <a:gs pos="83000">
                <a:srgbClr val="5DD9F2"/>
              </a:gs>
              <a:gs pos="100000">
                <a:srgbClr val="00B0F0"/>
              </a:gs>
            </a:gsLst>
            <a:lin ang="5400000" scaled="0"/>
          </a:gradFill>
          <a:ln>
            <a:noFill/>
          </a:ln>
          <a:effectLst>
            <a:outerShdw blurRad="139700" dist="127000" dir="5400000" rotWithShape="0">
              <a:srgbClr val="000000">
                <a:alpha val="1450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1"/>
          <p:cNvSpPr txBox="1">
            <a:spLocks noGrp="1"/>
          </p:cNvSpPr>
          <p:nvPr>
            <p:ph type="title"/>
          </p:nvPr>
        </p:nvSpPr>
        <p:spPr>
          <a:xfrm>
            <a:off x="1060232" y="1860719"/>
            <a:ext cx="10071536" cy="73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00"/>
              </a:buClr>
              <a:buSzPct val="100000"/>
              <a:buFont typeface="Times New Roman"/>
              <a:buNone/>
            </a:pPr>
            <a:r>
              <a:rPr lang="en-US" sz="4000" b="0">
                <a:solidFill>
                  <a:srgbClr val="FFFF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CURS STRES SI MANAGEMENTUL STRESULUI</a:t>
            </a:r>
            <a:endParaRPr sz="4000" b="0" i="0" u="none" strike="noStrike" cap="none">
              <a:solidFill>
                <a:srgbClr val="FFFF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4" name="Google Shape;294;p1"/>
          <p:cNvSpPr txBox="1">
            <a:spLocks noGrp="1"/>
          </p:cNvSpPr>
          <p:nvPr>
            <p:ph type="body" idx="1"/>
          </p:nvPr>
        </p:nvSpPr>
        <p:spPr>
          <a:xfrm>
            <a:off x="6743699" y="6072188"/>
            <a:ext cx="5273893" cy="589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b="0" i="0" u="none" strike="noStrike" cap="none">
                <a:solidFill>
                  <a:srgbClr val="FFFF00"/>
                </a:solidFill>
                <a:latin typeface="Nunito"/>
                <a:ea typeface="Nunito"/>
                <a:cs typeface="Nunito"/>
                <a:sym typeface="Nunito"/>
              </a:rPr>
              <a:t>LECTOR DR. DANIELA DUMULESCU</a:t>
            </a:r>
            <a:endParaRPr sz="1700" b="0" i="0" u="none" strike="noStrike" cap="none"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 sz="1700" b="0" i="0" u="none" strike="noStrike" cap="none">
              <a:solidFill>
                <a:srgbClr val="FFFF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5" name="Google Shape;295;p1"/>
          <p:cNvSpPr txBox="1"/>
          <p:nvPr/>
        </p:nvSpPr>
        <p:spPr>
          <a:xfrm>
            <a:off x="903070" y="4699001"/>
            <a:ext cx="102286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B050"/>
              </a:buClr>
              <a:buSzPts val="2400"/>
              <a:buFont typeface="Arial"/>
              <a:buNone/>
            </a:pPr>
            <a:r>
              <a:rPr lang="en-US" sz="2400" b="1" i="1" u="none" strike="noStrike" cap="none">
                <a:solidFill>
                  <a:srgbClr val="00B050"/>
                </a:solidFill>
                <a:latin typeface="Arial"/>
                <a:ea typeface="Arial"/>
                <a:cs typeface="Arial"/>
                <a:sym typeface="Arial"/>
              </a:rPr>
              <a:t>Suferința nu este niciodată mai mare decât viața însăși!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B0F0"/>
        </a:solidFill>
        <a:effectLst/>
      </p:bgPr>
    </p:bg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552"/>
              <a:buFont typeface="Caveat"/>
              <a:buNone/>
            </a:pPr>
            <a:r>
              <a:rPr lang="en-US" sz="3552" b="0" i="1">
                <a:latin typeface="Caveat"/>
                <a:ea typeface="Caveat"/>
                <a:cs typeface="Caveat"/>
                <a:sym typeface="Caveat"/>
              </a:rPr>
              <a:t>Nu contează ce face viața cu noi, ci ceea ce facem noi din ceea ce a făcut   viața cu noi…</a:t>
            </a:r>
            <a:endParaRPr/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6000"/>
              <a:buFont typeface="Caveat"/>
              <a:buNone/>
            </a:pPr>
            <a:endParaRPr/>
          </a:p>
          <a:p>
            <a:pPr marL="0" lvl="5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552"/>
              <a:buFont typeface="Caveat"/>
              <a:buNone/>
            </a:pPr>
            <a:r>
              <a:rPr lang="en-US" sz="3552" b="0" i="1">
                <a:latin typeface="Caveat"/>
                <a:ea typeface="Caveat"/>
                <a:cs typeface="Caveat"/>
                <a:sym typeface="Caveat"/>
              </a:rPr>
              <a:t>(J.P.Sartre)</a:t>
            </a:r>
            <a:endParaRPr/>
          </a:p>
        </p:txBody>
      </p:sp>
      <p:sp>
        <p:nvSpPr>
          <p:cNvPr id="301" name="Google Shape;301;p2"/>
          <p:cNvSpPr txBox="1">
            <a:spLocks noGrp="1"/>
          </p:cNvSpPr>
          <p:nvPr>
            <p:ph type="body" idx="1"/>
          </p:nvPr>
        </p:nvSpPr>
        <p:spPr>
          <a:xfrm>
            <a:off x="1524000" y="4249737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3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307" name="Google Shape;307;p3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308" name="Google Shape;308;p3" descr="stress-curve-19168698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72333" y="0"/>
            <a:ext cx="8647334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"/>
          <p:cNvSpPr txBox="1">
            <a:spLocks noGrp="1"/>
          </p:cNvSpPr>
          <p:nvPr>
            <p:ph type="title"/>
          </p:nvPr>
        </p:nvSpPr>
        <p:spPr>
          <a:xfrm>
            <a:off x="838200" y="57921"/>
            <a:ext cx="10515600" cy="754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Stres și reziliență </a:t>
            </a:r>
            <a:endParaRPr/>
          </a:p>
        </p:txBody>
      </p:sp>
      <p:sp>
        <p:nvSpPr>
          <p:cNvPr id="314" name="Google Shape;314;p4"/>
          <p:cNvSpPr txBox="1">
            <a:spLocks noGrp="1"/>
          </p:cNvSpPr>
          <p:nvPr>
            <p:ph type="body" idx="1"/>
          </p:nvPr>
        </p:nvSpPr>
        <p:spPr>
          <a:xfrm>
            <a:off x="1028700" y="1178024"/>
            <a:ext cx="10976100" cy="4778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grpSp>
        <p:nvGrpSpPr>
          <p:cNvPr id="315" name="Google Shape;315;p4"/>
          <p:cNvGrpSpPr/>
          <p:nvPr/>
        </p:nvGrpSpPr>
        <p:grpSpPr>
          <a:xfrm>
            <a:off x="1237545" y="1207451"/>
            <a:ext cx="1766711" cy="1203726"/>
            <a:chOff x="0" y="0"/>
            <a:chExt cx="1766709" cy="1203725"/>
          </a:xfrm>
        </p:grpSpPr>
        <p:sp>
          <p:nvSpPr>
            <p:cNvPr id="316" name="Google Shape;316;p4"/>
            <p:cNvSpPr/>
            <p:nvPr/>
          </p:nvSpPr>
          <p:spPr>
            <a:xfrm>
              <a:off x="0" y="0"/>
              <a:ext cx="1766709" cy="1203725"/>
            </a:xfrm>
            <a:prstGeom prst="roundRect">
              <a:avLst>
                <a:gd name="adj" fmla="val 15826"/>
              </a:avLst>
            </a:prstGeom>
            <a:solidFill>
              <a:schemeClr val="accent1"/>
            </a:solidFill>
            <a:ln w="19050" cap="flat" cmpd="sng">
              <a:solidFill>
                <a:srgbClr val="FFFFFF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7" name="Google Shape;317;p4"/>
            <p:cNvSpPr txBox="1"/>
            <p:nvPr/>
          </p:nvSpPr>
          <p:spPr>
            <a:xfrm>
              <a:off x="65320" y="289288"/>
              <a:ext cx="1636068" cy="62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Stresori (factori 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cauzali)</a:t>
              </a:r>
              <a:endParaRPr/>
            </a:p>
          </p:txBody>
        </p:sp>
      </p:grpSp>
      <p:grpSp>
        <p:nvGrpSpPr>
          <p:cNvPr id="318" name="Google Shape;318;p4"/>
          <p:cNvGrpSpPr/>
          <p:nvPr/>
        </p:nvGrpSpPr>
        <p:grpSpPr>
          <a:xfrm>
            <a:off x="9347273" y="1178036"/>
            <a:ext cx="1609348" cy="1270003"/>
            <a:chOff x="0" y="0"/>
            <a:chExt cx="1609346" cy="1270001"/>
          </a:xfrm>
        </p:grpSpPr>
        <p:sp>
          <p:nvSpPr>
            <p:cNvPr id="319" name="Google Shape;319;p4"/>
            <p:cNvSpPr/>
            <p:nvPr/>
          </p:nvSpPr>
          <p:spPr>
            <a:xfrm>
              <a:off x="0" y="0"/>
              <a:ext cx="1609346" cy="1270001"/>
            </a:xfrm>
            <a:prstGeom prst="roundRect">
              <a:avLst>
                <a:gd name="adj" fmla="val 15000"/>
              </a:avLst>
            </a:prstGeom>
            <a:gradFill>
              <a:gsLst>
                <a:gs pos="0">
                  <a:srgbClr val="70A6DB"/>
                </a:gs>
                <a:gs pos="50000">
                  <a:srgbClr val="559BDB"/>
                </a:gs>
                <a:gs pos="100000">
                  <a:srgbClr val="448AC9"/>
                </a:gs>
              </a:gsLst>
              <a:lin ang="5400000" scaled="0"/>
            </a:gradFill>
            <a:ln w="9525" cap="flat" cmpd="sng">
              <a:solidFill>
                <a:schemeClr val="accent5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0" name="Google Shape;320;p4"/>
            <p:cNvSpPr txBox="1"/>
            <p:nvPr/>
          </p:nvSpPr>
          <p:spPr>
            <a:xfrm>
              <a:off x="60558" y="176376"/>
              <a:ext cx="1488230" cy="91724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Reacții la stres (fizice și psihologice)</a:t>
              </a:r>
              <a:endParaRPr/>
            </a:p>
          </p:txBody>
        </p:sp>
      </p:grpSp>
      <p:grpSp>
        <p:nvGrpSpPr>
          <p:cNvPr id="321" name="Google Shape;321;p4"/>
          <p:cNvGrpSpPr/>
          <p:nvPr/>
        </p:nvGrpSpPr>
        <p:grpSpPr>
          <a:xfrm>
            <a:off x="4964490" y="2339736"/>
            <a:ext cx="2040903" cy="1269904"/>
            <a:chOff x="-1" y="-1"/>
            <a:chExt cx="2040902" cy="1269902"/>
          </a:xfrm>
        </p:grpSpPr>
        <p:sp>
          <p:nvSpPr>
            <p:cNvPr id="322" name="Google Shape;322;p4"/>
            <p:cNvSpPr/>
            <p:nvPr/>
          </p:nvSpPr>
          <p:spPr>
            <a:xfrm>
              <a:off x="-1" y="-1"/>
              <a:ext cx="2040902" cy="1269902"/>
            </a:xfrm>
            <a:prstGeom prst="rect">
              <a:avLst/>
            </a:prstGeom>
            <a:solidFill>
              <a:schemeClr val="accent2"/>
            </a:solidFill>
            <a:ln w="12700" cap="flat" cmpd="sng">
              <a:solidFill>
                <a:srgbClr val="AD5B24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reflection stA="50000" endPos="40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4"/>
            <p:cNvSpPr txBox="1"/>
            <p:nvPr/>
          </p:nvSpPr>
          <p:spPr>
            <a:xfrm>
              <a:off x="6349" y="176326"/>
              <a:ext cx="2028202" cy="917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Reziliență (capacitatea de a gestiona stresul)</a:t>
              </a:r>
              <a:endParaRPr/>
            </a:p>
          </p:txBody>
        </p:sp>
      </p:grpSp>
      <p:grpSp>
        <p:nvGrpSpPr>
          <p:cNvPr id="324" name="Google Shape;324;p4"/>
          <p:cNvGrpSpPr/>
          <p:nvPr/>
        </p:nvGrpSpPr>
        <p:grpSpPr>
          <a:xfrm>
            <a:off x="2360902" y="3772238"/>
            <a:ext cx="1609203" cy="1269903"/>
            <a:chOff x="-1" y="-1"/>
            <a:chExt cx="1609202" cy="1269902"/>
          </a:xfrm>
        </p:grpSpPr>
        <p:sp>
          <p:nvSpPr>
            <p:cNvPr id="325" name="Google Shape;325;p4"/>
            <p:cNvSpPr/>
            <p:nvPr/>
          </p:nvSpPr>
          <p:spPr>
            <a:xfrm>
              <a:off x="-1" y="-1"/>
              <a:ext cx="1609202" cy="1269902"/>
            </a:xfrm>
            <a:prstGeom prst="rect">
              <a:avLst/>
            </a:prstGeom>
            <a:gradFill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63500" dist="19050" dir="5400000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6" name="Google Shape;326;p4"/>
            <p:cNvSpPr txBox="1"/>
            <p:nvPr/>
          </p:nvSpPr>
          <p:spPr>
            <a:xfrm>
              <a:off x="4762" y="322376"/>
              <a:ext cx="1599676" cy="62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Factori direcți de reziliență </a:t>
              </a:r>
              <a:endParaRPr/>
            </a:p>
          </p:txBody>
        </p:sp>
      </p:grpSp>
      <p:grpSp>
        <p:nvGrpSpPr>
          <p:cNvPr id="327" name="Google Shape;327;p4"/>
          <p:cNvGrpSpPr/>
          <p:nvPr/>
        </p:nvGrpSpPr>
        <p:grpSpPr>
          <a:xfrm>
            <a:off x="8109930" y="3772200"/>
            <a:ext cx="2040903" cy="1269903"/>
            <a:chOff x="-1" y="-1"/>
            <a:chExt cx="2040902" cy="1269902"/>
          </a:xfrm>
        </p:grpSpPr>
        <p:sp>
          <p:nvSpPr>
            <p:cNvPr id="328" name="Google Shape;328;p4"/>
            <p:cNvSpPr/>
            <p:nvPr/>
          </p:nvSpPr>
          <p:spPr>
            <a:xfrm>
              <a:off x="-1" y="-1"/>
              <a:ext cx="2040902" cy="1269902"/>
            </a:xfrm>
            <a:prstGeom prst="rect">
              <a:avLst/>
            </a:prstGeom>
            <a:gradFill>
              <a:gsLst>
                <a:gs pos="0">
                  <a:srgbClr val="80B860"/>
                </a:gs>
                <a:gs pos="50000">
                  <a:srgbClr val="6FB242"/>
                </a:gs>
                <a:gs pos="100000">
                  <a:srgbClr val="61A236"/>
                </a:gs>
              </a:gsLst>
              <a:lin ang="5400000" scaled="0"/>
            </a:gradFill>
            <a:ln w="9525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  <a:effectLst>
              <a:outerShdw blurRad="63500" dist="19050" dir="5400000" rotWithShape="0">
                <a:srgbClr val="000000">
                  <a:alpha val="62352"/>
                </a:srgbClr>
              </a:outerShdw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4"/>
            <p:cNvSpPr txBox="1"/>
            <p:nvPr/>
          </p:nvSpPr>
          <p:spPr>
            <a:xfrm>
              <a:off x="4762" y="176326"/>
              <a:ext cx="2031376" cy="9172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Factori de reziliență relaționați cu stilul de viață </a:t>
              </a:r>
              <a:endParaRPr/>
            </a:p>
          </p:txBody>
        </p:sp>
      </p:grpSp>
      <p:cxnSp>
        <p:nvCxnSpPr>
          <p:cNvPr id="330" name="Google Shape;330;p4"/>
          <p:cNvCxnSpPr/>
          <p:nvPr/>
        </p:nvCxnSpPr>
        <p:spPr>
          <a:xfrm flipH="1">
            <a:off x="4248942" y="3707007"/>
            <a:ext cx="1422001" cy="1103401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400000"/>
            <a:headEnd type="stealth" w="med" len="med"/>
            <a:tailEnd type="stealth" w="med" len="med"/>
          </a:ln>
        </p:spPr>
      </p:cxnSp>
      <p:cxnSp>
        <p:nvCxnSpPr>
          <p:cNvPr id="331" name="Google Shape;331;p4"/>
          <p:cNvCxnSpPr/>
          <p:nvPr/>
        </p:nvCxnSpPr>
        <p:spPr>
          <a:xfrm>
            <a:off x="6250584" y="3821298"/>
            <a:ext cx="1612800" cy="874801"/>
          </a:xfrm>
          <a:prstGeom prst="straightConnector1">
            <a:avLst/>
          </a:prstGeom>
          <a:noFill/>
          <a:ln w="25400" cap="flat" cmpd="sng">
            <a:solidFill>
              <a:schemeClr val="accent4"/>
            </a:solidFill>
            <a:prstDash val="solid"/>
            <a:miter lim="400000"/>
            <a:headEnd type="stealth" w="med" len="med"/>
            <a:tailEnd type="stealth" w="med" len="med"/>
          </a:ln>
        </p:spPr>
      </p:cxnSp>
      <p:cxnSp>
        <p:nvCxnSpPr>
          <p:cNvPr id="332" name="Google Shape;332;p4"/>
          <p:cNvCxnSpPr/>
          <p:nvPr/>
        </p:nvCxnSpPr>
        <p:spPr>
          <a:xfrm rot="10800000">
            <a:off x="2240383" y="2693896"/>
            <a:ext cx="698780" cy="913785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dashDot"/>
            <a:miter lim="400000"/>
            <a:headEnd type="none" w="sm" len="sm"/>
            <a:tailEnd type="none" w="sm" len="sm"/>
          </a:ln>
        </p:spPr>
      </p:cxnSp>
      <p:cxnSp>
        <p:nvCxnSpPr>
          <p:cNvPr id="333" name="Google Shape;333;p4"/>
          <p:cNvCxnSpPr/>
          <p:nvPr/>
        </p:nvCxnSpPr>
        <p:spPr>
          <a:xfrm rot="10800000" flipH="1">
            <a:off x="5986208" y="1809547"/>
            <a:ext cx="1" cy="555601"/>
          </a:xfrm>
          <a:prstGeom prst="straightConnector1">
            <a:avLst/>
          </a:prstGeom>
          <a:noFill/>
          <a:ln w="12700" cap="flat" cmpd="sng">
            <a:solidFill>
              <a:schemeClr val="accent1"/>
            </a:solidFill>
            <a:prstDash val="solid"/>
            <a:miter lim="8000"/>
            <a:headEnd type="none" w="sm" len="sm"/>
            <a:tailEnd type="triangle" w="med" len="med"/>
          </a:ln>
        </p:spPr>
      </p:cxnSp>
      <p:grpSp>
        <p:nvGrpSpPr>
          <p:cNvPr id="334" name="Google Shape;334;p4"/>
          <p:cNvGrpSpPr/>
          <p:nvPr/>
        </p:nvGrpSpPr>
        <p:grpSpPr>
          <a:xfrm>
            <a:off x="7524750" y="5206799"/>
            <a:ext cx="3581400" cy="1269903"/>
            <a:chOff x="0" y="-1"/>
            <a:chExt cx="3581400" cy="1269902"/>
          </a:xfrm>
        </p:grpSpPr>
        <p:sp>
          <p:nvSpPr>
            <p:cNvPr id="335" name="Google Shape;335;p4"/>
            <p:cNvSpPr/>
            <p:nvPr/>
          </p:nvSpPr>
          <p:spPr>
            <a:xfrm>
              <a:off x="0" y="-1"/>
              <a:ext cx="3581400" cy="1269902"/>
            </a:xfrm>
            <a:prstGeom prst="ellipse">
              <a:avLst/>
            </a:prstGeom>
            <a:solidFill>
              <a:srgbClr val="8DD8D3"/>
            </a:solidFill>
            <a:ln w="1270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4"/>
            <p:cNvSpPr txBox="1"/>
            <p:nvPr/>
          </p:nvSpPr>
          <p:spPr>
            <a:xfrm>
              <a:off x="530833" y="322376"/>
              <a:ext cx="2519734" cy="62514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Personalitate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lang="en-US" sz="18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Condiționare socială</a:t>
              </a:r>
              <a:endParaRPr/>
            </a:p>
          </p:txBody>
        </p:sp>
      </p:grpSp>
      <p:grpSp>
        <p:nvGrpSpPr>
          <p:cNvPr id="337" name="Google Shape;337;p4"/>
          <p:cNvGrpSpPr/>
          <p:nvPr/>
        </p:nvGrpSpPr>
        <p:grpSpPr>
          <a:xfrm>
            <a:off x="547550" y="5206724"/>
            <a:ext cx="3879902" cy="1651202"/>
            <a:chOff x="0" y="0"/>
            <a:chExt cx="3879900" cy="1651200"/>
          </a:xfrm>
        </p:grpSpPr>
        <p:sp>
          <p:nvSpPr>
            <p:cNvPr id="338" name="Google Shape;338;p4"/>
            <p:cNvSpPr/>
            <p:nvPr/>
          </p:nvSpPr>
          <p:spPr>
            <a:xfrm>
              <a:off x="0" y="0"/>
              <a:ext cx="3879900" cy="1651200"/>
            </a:xfrm>
            <a:prstGeom prst="ellipse">
              <a:avLst/>
            </a:prstGeom>
            <a:solidFill>
              <a:srgbClr val="8DD8D3"/>
            </a:solidFill>
            <a:ln w="12700" cap="flat" cmpd="sng">
              <a:solidFill>
                <a:schemeClr val="accent1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9" name="Google Shape;339;p4"/>
            <p:cNvSpPr txBox="1"/>
            <p:nvPr/>
          </p:nvSpPr>
          <p:spPr>
            <a:xfrm>
              <a:off x="574547" y="248163"/>
              <a:ext cx="2730806" cy="111055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45675" tIns="45675" rIns="45675" bIns="456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Modificarea perceptiei (mindset)</a:t>
              </a:r>
              <a:endParaRPr/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Modificarea mediului</a:t>
              </a:r>
              <a:endParaRPr sz="13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700"/>
                <a:buFont typeface="Calibri"/>
                <a:buNone/>
              </a:pPr>
              <a:r>
                <a:rPr lang="en-US" sz="1700" b="0" i="0" u="none" strike="noStrike" cap="non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Resurse (interne si externe)</a:t>
              </a:r>
              <a:endParaRPr/>
            </a:p>
          </p:txBody>
        </p:sp>
      </p:grpSp>
      <p:cxnSp>
        <p:nvCxnSpPr>
          <p:cNvPr id="340" name="Google Shape;340;p4"/>
          <p:cNvCxnSpPr/>
          <p:nvPr/>
        </p:nvCxnSpPr>
        <p:spPr>
          <a:xfrm>
            <a:off x="3004373" y="1809436"/>
            <a:ext cx="6342902" cy="3602"/>
          </a:xfrm>
          <a:prstGeom prst="straightConnector1">
            <a:avLst/>
          </a:prstGeom>
          <a:noFill/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triangl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Calibri"/>
              <a:buNone/>
            </a:pPr>
            <a:r>
              <a:rPr lang="en-US" sz="3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  <a:t>Stresul şi controlul stresului</a:t>
            </a:r>
            <a:br>
              <a:rPr lang="en-US" sz="36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3600">
              <a:solidFill>
                <a:schemeClr val="lt2"/>
              </a:solidFill>
            </a:endParaRPr>
          </a:p>
        </p:txBody>
      </p:sp>
      <p:sp>
        <p:nvSpPr>
          <p:cNvPr id="346" name="Google Shape;346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 "/>
            </a:pPr>
            <a:r>
              <a:rPr lang="en-US"/>
              <a:t>Cum aţi defini stresul?</a:t>
            </a: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  <a:p>
            <a:pPr marL="45720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Char char=" "/>
            </a:pPr>
            <a:r>
              <a:rPr lang="en-US"/>
              <a:t>Eustres vs. Distres</a:t>
            </a:r>
            <a:endParaRPr/>
          </a:p>
        </p:txBody>
      </p:sp>
      <p:sp>
        <p:nvSpPr>
          <p:cNvPr id="347" name="Google Shape;347;p5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11/16/2012</a:t>
            </a:r>
            <a:endParaRPr/>
          </a:p>
        </p:txBody>
      </p:sp>
      <p:sp>
        <p:nvSpPr>
          <p:cNvPr id="348" name="Google Shape;348;p5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Dezvoltarea socio-emoţională a copiilor şi adolescenţilor prin programe EREC</a:t>
            </a:r>
            <a:endParaRPr sz="1200" b="0" i="0" u="none" strike="noStrike" cap="none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5"/>
          <p:cNvSpPr txBox="1">
            <a:spLocks noGrp="1"/>
          </p:cNvSpPr>
          <p:nvPr>
            <p:ph type="sldNum" idx="12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200"/>
              <a:buFont typeface="Gill Sans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5A788"/>
                </a:solidFill>
                <a:latin typeface="Gill Sans"/>
                <a:ea typeface="Gill Sans"/>
                <a:cs typeface="Gill Sans"/>
                <a:sym typeface="Gill Sans"/>
              </a:rPr>
              <a:t>5</a:t>
            </a:fld>
            <a:endParaRPr sz="1200" b="0" i="0" u="none" strike="noStrike" cap="none">
              <a:solidFill>
                <a:srgbClr val="B5A78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5394"/>
        </a:solidFill>
        <a:effectLst/>
      </p:bgPr>
    </p:bg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6"/>
          <p:cNvSpPr txBox="1">
            <a:spLocks noGrp="1"/>
          </p:cNvSpPr>
          <p:nvPr>
            <p:ph type="title"/>
          </p:nvPr>
        </p:nvSpPr>
        <p:spPr>
          <a:xfrm>
            <a:off x="952499" y="2201424"/>
            <a:ext cx="10995302" cy="2024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Maven Pro"/>
              <a:buNone/>
            </a:pPr>
            <a:r>
              <a:rPr lang="en-US" sz="3268"/>
              <a:t>incontrolabilitate + impredictibilitate + resurse limitate</a:t>
            </a:r>
            <a:endParaRPr/>
          </a:p>
          <a:p>
            <a:pPr marL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Maven Pro"/>
              <a:buNone/>
            </a:pPr>
            <a:r>
              <a:rPr lang="en-US" sz="3268">
                <a:solidFill>
                  <a:srgbClr val="FFFFFF"/>
                </a:solidFill>
              </a:rPr>
              <a:t>                                           =</a:t>
            </a:r>
            <a:endParaRPr/>
          </a:p>
          <a:p>
            <a:pPr marL="0" lvl="0" indent="347472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68"/>
              <a:buFont typeface="Maven Pro"/>
              <a:buNone/>
            </a:pPr>
            <a:r>
              <a:rPr lang="en-US" sz="3268"/>
              <a:t>stres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7"/>
          <p:cNvSpPr txBox="1">
            <a:spLocks noGrp="1"/>
          </p:cNvSpPr>
          <p:nvPr>
            <p:ph type="title"/>
          </p:nvPr>
        </p:nvSpPr>
        <p:spPr>
          <a:xfrm>
            <a:off x="2590800" y="274638"/>
            <a:ext cx="7867650" cy="71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 fontScale="90000"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ct val="100000"/>
              <a:buFont typeface="Calibri"/>
              <a:buNone/>
            </a:pPr>
            <a:br>
              <a:rPr lang="en-US" sz="4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4000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>
              <a:solidFill>
                <a:schemeClr val="lt2"/>
              </a:solidFill>
            </a:endParaRPr>
          </a:p>
        </p:txBody>
      </p:sp>
      <p:sp>
        <p:nvSpPr>
          <p:cNvPr id="360" name="Google Shape;360;p7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</p:txBody>
      </p:sp>
      <p:pic>
        <p:nvPicPr>
          <p:cNvPr id="361" name="Google Shape;361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7280" y="159636"/>
            <a:ext cx="9757558" cy="6423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8"/>
          <p:cNvSpPr txBox="1">
            <a:spLocks noGrp="1"/>
          </p:cNvSpPr>
          <p:nvPr>
            <p:ph type="title"/>
          </p:nvPr>
        </p:nvSpPr>
        <p:spPr>
          <a:xfrm>
            <a:off x="609600" y="274637"/>
            <a:ext cx="109728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 fontScale="90000"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Times New Roman"/>
              <a:buNone/>
            </a:pPr>
            <a:r>
              <a:rPr lang="en-US" sz="360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Cum arată scenariile și planurile de acțiune în cazul persoanelor care suferă de dificultăți emoționale?</a:t>
            </a:r>
            <a:endParaRPr sz="3600">
              <a:solidFill>
                <a:schemeClr val="lt1"/>
              </a:solidFill>
            </a:endParaRPr>
          </a:p>
        </p:txBody>
      </p:sp>
      <p:pic>
        <p:nvPicPr>
          <p:cNvPr id="367" name="Google Shape;367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3375" y="1973825"/>
            <a:ext cx="3905250" cy="390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9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Maven Pro"/>
              <a:buNone/>
            </a:pPr>
            <a:endParaRPr>
              <a:solidFill>
                <a:schemeClr val="lt2"/>
              </a:solidFill>
            </a:endParaRPr>
          </a:p>
        </p:txBody>
      </p:sp>
      <p:sp>
        <p:nvSpPr>
          <p:cNvPr id="373" name="Google Shape;373;p9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355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 u="sng"/>
              <a:t>Activitate: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u="sng"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Care sunt cele mai frecvente surse de stres pentru voi?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r>
              <a:rPr lang="en-US"/>
              <a:t>Care sunt reacţiile la stres pe care le observaţi la voi?</a:t>
            </a:r>
            <a:endParaRPr/>
          </a:p>
          <a:p>
            <a:pPr marL="45720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 u="sng"/>
          </a:p>
        </p:txBody>
      </p:sp>
      <p:sp>
        <p:nvSpPr>
          <p:cNvPr id="374" name="Google Shape;374;p9"/>
          <p:cNvSpPr txBox="1">
            <a:spLocks noGrp="1"/>
          </p:cNvSpPr>
          <p:nvPr>
            <p:ph type="dt" idx="10"/>
          </p:nvPr>
        </p:nvSpPr>
        <p:spPr>
          <a:xfrm>
            <a:off x="3581400" y="6305550"/>
            <a:ext cx="2133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11/16/2012</a:t>
            </a:r>
            <a:endParaRPr/>
          </a:p>
        </p:txBody>
      </p:sp>
      <p:sp>
        <p:nvSpPr>
          <p:cNvPr id="375" name="Google Shape;375;p9"/>
          <p:cNvSpPr txBox="1">
            <a:spLocks noGrp="1"/>
          </p:cNvSpPr>
          <p:nvPr>
            <p:ph type="ftr" idx="11"/>
          </p:nvPr>
        </p:nvSpPr>
        <p:spPr>
          <a:xfrm>
            <a:off x="5715000" y="6305550"/>
            <a:ext cx="28956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97979"/>
              </a:buClr>
              <a:buSzPts val="1200"/>
              <a:buFont typeface="Arial"/>
              <a:buNone/>
            </a:pPr>
            <a:r>
              <a:rPr lang="en-US" sz="1200" b="0" i="0" u="none" strike="noStrike" cap="none">
                <a:solidFill>
                  <a:srgbClr val="797979"/>
                </a:solidFill>
                <a:latin typeface="Arial"/>
                <a:ea typeface="Arial"/>
                <a:cs typeface="Arial"/>
                <a:sym typeface="Arial"/>
              </a:rPr>
              <a:t>Dezvoltarea socio-emoţională a copiilor şi adolescenţilor prin programe EREC</a:t>
            </a:r>
            <a:endParaRPr sz="1200" b="0" i="0" u="none" strike="noStrike" cap="none">
              <a:solidFill>
                <a:srgbClr val="79797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9"/>
          <p:cNvSpPr txBox="1">
            <a:spLocks noGrp="1"/>
          </p:cNvSpPr>
          <p:nvPr>
            <p:ph type="sldNum" idx="12"/>
          </p:nvPr>
        </p:nvSpPr>
        <p:spPr>
          <a:xfrm>
            <a:off x="8613775" y="6305550"/>
            <a:ext cx="45720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5A788"/>
              </a:buClr>
              <a:buSzPts val="1200"/>
              <a:buFont typeface="Gill Sans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B5A788"/>
                </a:solidFill>
                <a:latin typeface="Gill Sans"/>
                <a:ea typeface="Gill Sans"/>
                <a:cs typeface="Gill Sans"/>
                <a:sym typeface="Gill Sans"/>
              </a:rPr>
              <a:t>9</a:t>
            </a:fld>
            <a:endParaRPr sz="1200" b="0" i="0" u="none" strike="noStrike" cap="none">
              <a:solidFill>
                <a:srgbClr val="B5A788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10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Maven Pro"/>
              <a:buNone/>
            </a:pPr>
            <a:endParaRPr/>
          </a:p>
        </p:txBody>
      </p:sp>
      <p:sp>
        <p:nvSpPr>
          <p:cNvPr id="382" name="Google Shape;382;p10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</p:txBody>
      </p:sp>
      <p:pic>
        <p:nvPicPr>
          <p:cNvPr id="383" name="Google Shape;383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981200" y="0"/>
            <a:ext cx="8610600" cy="778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4800"/>
              <a:buFont typeface="Maven Pro"/>
              <a:buNone/>
            </a:pPr>
            <a:endParaRPr/>
          </a:p>
        </p:txBody>
      </p:sp>
      <p:sp>
        <p:nvSpPr>
          <p:cNvPr id="389" name="Google Shape;389;p1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1" cy="4023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CADE4"/>
              </a:buClr>
              <a:buSzPts val="2000"/>
              <a:buFont typeface="Calibri"/>
              <a:buNone/>
            </a:pPr>
            <a:endParaRPr/>
          </a:p>
        </p:txBody>
      </p:sp>
      <p:pic>
        <p:nvPicPr>
          <p:cNvPr id="390" name="Google Shape;390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509417" y="0"/>
            <a:ext cx="7790283" cy="712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12"/>
          <p:cNvSpPr txBox="1">
            <a:spLocks noGrp="1"/>
          </p:cNvSpPr>
          <p:nvPr>
            <p:ph type="body" idx="1"/>
          </p:nvPr>
        </p:nvSpPr>
        <p:spPr>
          <a:xfrm>
            <a:off x="749300" y="889000"/>
            <a:ext cx="11048690" cy="5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274320" lvl="0" indent="-27432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</a:pPr>
            <a:r>
              <a:rPr lang="en-US">
                <a:solidFill>
                  <a:srgbClr val="084A57"/>
                </a:solidFill>
              </a:rPr>
              <a:t>  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sz="1800">
              <a:solidFill>
                <a:srgbClr val="084A57"/>
              </a:solidFill>
            </a:endParaRPr>
          </a:p>
          <a:p>
            <a:pPr marL="274320" lvl="0" indent="-27432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sz="1800">
              <a:solidFill>
                <a:srgbClr val="084A57"/>
              </a:solidFill>
            </a:endParaRPr>
          </a:p>
          <a:p>
            <a:pPr marL="274320" lvl="0" indent="-274320" algn="ctr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r>
              <a:rPr lang="en-US" sz="2600">
                <a:solidFill>
                  <a:srgbClr val="084A57"/>
                </a:solidFill>
              </a:rPr>
              <a:t>Simpla realizare a faptului că </a:t>
            </a:r>
            <a:r>
              <a:rPr lang="en-US" sz="2600" b="1">
                <a:solidFill>
                  <a:srgbClr val="084A57"/>
                </a:solidFill>
              </a:rPr>
              <a:t>tu deţii controlul asupra vieţii tale </a:t>
            </a:r>
            <a:r>
              <a:rPr lang="en-US" sz="2600">
                <a:solidFill>
                  <a:srgbClr val="084A57"/>
                </a:solidFill>
              </a:rPr>
              <a:t>este fundamentul managementului stresului.</a:t>
            </a:r>
            <a:endParaRPr/>
          </a:p>
          <a:p>
            <a:pPr marL="274320" lvl="0" indent="-27432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00"/>
              <a:buNone/>
            </a:pPr>
            <a:endParaRPr sz="1800"/>
          </a:p>
        </p:txBody>
      </p:sp>
      <p:pic>
        <p:nvPicPr>
          <p:cNvPr id="399" name="Google Shape;399;p12" descr="C:\Users\gabi\Desktop\images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73954" y="3182937"/>
            <a:ext cx="2786063" cy="27860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7B7B7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13"/>
          <p:cNvSpPr txBox="1">
            <a:spLocks noGrp="1"/>
          </p:cNvSpPr>
          <p:nvPr>
            <p:ph type="title"/>
          </p:nvPr>
        </p:nvSpPr>
        <p:spPr>
          <a:xfrm>
            <a:off x="970200" y="748549"/>
            <a:ext cx="10251600" cy="713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Premise - Managementul stresului</a:t>
            </a:r>
            <a:endParaRPr/>
          </a:p>
        </p:txBody>
      </p:sp>
      <p:sp>
        <p:nvSpPr>
          <p:cNvPr id="405" name="Google Shape;405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9677400" cy="4351500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50800" lvl="0" indent="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609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Diferențe inter-individuale (interacțiune gene-mediu)</a:t>
            </a:r>
            <a:endParaRPr/>
          </a:p>
          <a:p>
            <a:pPr marL="0" lvl="0" indent="609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609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Identitate personală - scheme cognitive despre sine</a:t>
            </a:r>
            <a:endParaRPr/>
          </a:p>
          <a:p>
            <a:pPr marL="0" lvl="0" indent="609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endParaRPr sz="280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609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rPr lang="en-US"/>
              <a:t>Patternuri emoționale și factori personali de reziliență (ex. trasaturile de personalitate)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4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411" name="Google Shape;411;p14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grpSp>
        <p:nvGrpSpPr>
          <p:cNvPr id="412" name="Google Shape;412;p14"/>
          <p:cNvGrpSpPr/>
          <p:nvPr/>
        </p:nvGrpSpPr>
        <p:grpSpPr>
          <a:xfrm>
            <a:off x="1039186" y="954909"/>
            <a:ext cx="3315844" cy="4993762"/>
            <a:chOff x="0" y="0"/>
            <a:chExt cx="3315842" cy="4993760"/>
          </a:xfrm>
        </p:grpSpPr>
        <p:sp>
          <p:nvSpPr>
            <p:cNvPr id="413" name="Google Shape;413;p14"/>
            <p:cNvSpPr/>
            <p:nvPr/>
          </p:nvSpPr>
          <p:spPr>
            <a:xfrm>
              <a:off x="95829" y="0"/>
              <a:ext cx="3220013" cy="4948343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14"/>
            <p:cNvSpPr/>
            <p:nvPr/>
          </p:nvSpPr>
          <p:spPr>
            <a:xfrm>
              <a:off x="0" y="70435"/>
              <a:ext cx="3248084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14"/>
            <p:cNvSpPr txBox="1"/>
            <p:nvPr/>
          </p:nvSpPr>
          <p:spPr>
            <a:xfrm>
              <a:off x="266637" y="1078454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COGNITIVĂ</a:t>
              </a:r>
              <a:endParaRPr/>
            </a:p>
          </p:txBody>
        </p:sp>
        <p:sp>
          <p:nvSpPr>
            <p:cNvPr id="416" name="Google Shape;416;p14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417" name="Google Shape;417;p14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14"/>
            <p:cNvSpPr txBox="1"/>
            <p:nvPr/>
          </p:nvSpPr>
          <p:spPr>
            <a:xfrm>
              <a:off x="133" y="3506629"/>
              <a:ext cx="3220013" cy="1487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restructurare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reorientare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ajustare</a:t>
              </a:r>
              <a:endParaRPr/>
            </a:p>
          </p:txBody>
        </p:sp>
      </p:grpSp>
      <p:grpSp>
        <p:nvGrpSpPr>
          <p:cNvPr id="419" name="Google Shape;419;p14"/>
          <p:cNvGrpSpPr/>
          <p:nvPr/>
        </p:nvGrpSpPr>
        <p:grpSpPr>
          <a:xfrm>
            <a:off x="4438146" y="954910"/>
            <a:ext cx="3315843" cy="5303006"/>
            <a:chOff x="0" y="0"/>
            <a:chExt cx="3315842" cy="5303005"/>
          </a:xfrm>
        </p:grpSpPr>
        <p:sp>
          <p:nvSpPr>
            <p:cNvPr id="420" name="Google Shape;420;p14"/>
            <p:cNvSpPr/>
            <p:nvPr/>
          </p:nvSpPr>
          <p:spPr>
            <a:xfrm>
              <a:off x="95829" y="0"/>
              <a:ext cx="3220013" cy="4948343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14"/>
            <p:cNvSpPr/>
            <p:nvPr/>
          </p:nvSpPr>
          <p:spPr>
            <a:xfrm>
              <a:off x="0" y="70435"/>
              <a:ext cx="3248084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14"/>
            <p:cNvSpPr txBox="1"/>
            <p:nvPr/>
          </p:nvSpPr>
          <p:spPr>
            <a:xfrm>
              <a:off x="218711" y="1175478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SITUAȚIONALĂ</a:t>
              </a:r>
              <a:endParaRPr/>
            </a:p>
          </p:txBody>
        </p:sp>
        <p:sp>
          <p:nvSpPr>
            <p:cNvPr id="423" name="Google Shape;423;p14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424" name="Google Shape;424;p14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14"/>
            <p:cNvSpPr txBox="1"/>
            <p:nvPr/>
          </p:nvSpPr>
          <p:spPr>
            <a:xfrm>
              <a:off x="133" y="3430429"/>
              <a:ext cx="3220013" cy="187257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prioritizare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planificare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asertivitate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limite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flexibilitate</a:t>
              </a:r>
              <a:endParaRPr/>
            </a:p>
          </p:txBody>
        </p:sp>
      </p:grpSp>
      <p:grpSp>
        <p:nvGrpSpPr>
          <p:cNvPr id="426" name="Google Shape;426;p14"/>
          <p:cNvGrpSpPr/>
          <p:nvPr/>
        </p:nvGrpSpPr>
        <p:grpSpPr>
          <a:xfrm>
            <a:off x="7837102" y="954908"/>
            <a:ext cx="3315845" cy="4948346"/>
            <a:chOff x="-1" y="-1"/>
            <a:chExt cx="3315843" cy="4948344"/>
          </a:xfrm>
        </p:grpSpPr>
        <p:sp>
          <p:nvSpPr>
            <p:cNvPr id="427" name="Google Shape;427;p14"/>
            <p:cNvSpPr/>
            <p:nvPr/>
          </p:nvSpPr>
          <p:spPr>
            <a:xfrm>
              <a:off x="95829" y="-1"/>
              <a:ext cx="3220013" cy="4948344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14"/>
            <p:cNvSpPr/>
            <p:nvPr/>
          </p:nvSpPr>
          <p:spPr>
            <a:xfrm>
              <a:off x="-1" y="70435"/>
              <a:ext cx="3248085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14"/>
            <p:cNvSpPr txBox="1"/>
            <p:nvPr/>
          </p:nvSpPr>
          <p:spPr>
            <a:xfrm>
              <a:off x="218711" y="1078454"/>
              <a:ext cx="2878410" cy="1995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CONSTRUIREA DE RESURSE (INTERNE ȘI EXTERNE)</a:t>
              </a:r>
              <a:endParaRPr/>
            </a:p>
          </p:txBody>
        </p:sp>
        <p:sp>
          <p:nvSpPr>
            <p:cNvPr id="430" name="Google Shape;430;p14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  <p:sp>
          <p:nvSpPr>
            <p:cNvPr id="431" name="Google Shape;431;p14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14"/>
            <p:cNvSpPr txBox="1"/>
            <p:nvPr/>
          </p:nvSpPr>
          <p:spPr>
            <a:xfrm>
              <a:off x="133" y="3506629"/>
              <a:ext cx="3220013" cy="998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abilități personale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suport social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pauza</a:t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15"/>
          <p:cNvSpPr txBox="1">
            <a:spLocks noGrp="1"/>
          </p:cNvSpPr>
          <p:nvPr>
            <p:ph type="title"/>
          </p:nvPr>
        </p:nvSpPr>
        <p:spPr>
          <a:xfrm>
            <a:off x="68053" y="-239145"/>
            <a:ext cx="10515601" cy="1325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Modificarea percepției/cognitiilor </a:t>
            </a:r>
            <a:endParaRPr/>
          </a:p>
        </p:txBody>
      </p:sp>
      <p:sp>
        <p:nvSpPr>
          <p:cNvPr id="438" name="Google Shape;438;p15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50800" lvl="0" indent="127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439" name="Google Shape;439;p15" descr="Google Shape;392;p1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25800"/>
            <a:ext cx="12192003" cy="6858001"/>
          </a:xfrm>
          <a:prstGeom prst="rect">
            <a:avLst/>
          </a:prstGeom>
          <a:noFill/>
          <a:ln>
            <a:noFill/>
          </a:ln>
          <a:effectLst>
            <a:outerShdw blurRad="254000" dist="127000" dir="16200000" rotWithShape="0">
              <a:srgbClr val="000000">
                <a:alpha val="69411"/>
              </a:srgbClr>
            </a:outerShdw>
          </a:effectLst>
        </p:spPr>
      </p:pic>
      <p:sp>
        <p:nvSpPr>
          <p:cNvPr id="440" name="Google Shape;440;p15"/>
          <p:cNvSpPr txBox="1"/>
          <p:nvPr/>
        </p:nvSpPr>
        <p:spPr>
          <a:xfrm>
            <a:off x="2666999" y="304800"/>
            <a:ext cx="6762902" cy="640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lang="en-US"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Modificarea cognitivă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16"/>
          <p:cNvSpPr/>
          <p:nvPr/>
        </p:nvSpPr>
        <p:spPr>
          <a:xfrm>
            <a:off x="-2" y="-1"/>
            <a:ext cx="12192001" cy="68573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46" name="Google Shape;446;p16"/>
          <p:cNvGrpSpPr/>
          <p:nvPr/>
        </p:nvGrpSpPr>
        <p:grpSpPr>
          <a:xfrm>
            <a:off x="1" y="1216595"/>
            <a:ext cx="731526" cy="673464"/>
            <a:chOff x="0" y="0"/>
            <a:chExt cx="731524" cy="673462"/>
          </a:xfrm>
        </p:grpSpPr>
        <p:sp>
          <p:nvSpPr>
            <p:cNvPr id="447" name="Google Shape;447;p16"/>
            <p:cNvSpPr/>
            <p:nvPr/>
          </p:nvSpPr>
          <p:spPr>
            <a:xfrm>
              <a:off x="0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16"/>
            <p:cNvSpPr/>
            <p:nvPr/>
          </p:nvSpPr>
          <p:spPr>
            <a:xfrm>
              <a:off x="267833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16"/>
            <p:cNvSpPr/>
            <p:nvPr/>
          </p:nvSpPr>
          <p:spPr>
            <a:xfrm>
              <a:off x="535667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0" name="Google Shape;450;p16"/>
          <p:cNvSpPr/>
          <p:nvPr/>
        </p:nvSpPr>
        <p:spPr>
          <a:xfrm>
            <a:off x="640079" y="613953"/>
            <a:ext cx="10907487" cy="18941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dist="127000" dir="5400000" rotWithShape="0">
              <a:srgbClr val="000000">
                <a:alpha val="1450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1" name="Google Shape;451;p16"/>
          <p:cNvSpPr txBox="1">
            <a:spLocks noGrp="1"/>
          </p:cNvSpPr>
          <p:nvPr>
            <p:ph type="title"/>
          </p:nvPr>
        </p:nvSpPr>
        <p:spPr>
          <a:xfrm>
            <a:off x="1043629" y="809896"/>
            <a:ext cx="9942719" cy="1554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Calibri"/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Despre noi și personalitatea noastră  </a:t>
            </a:r>
            <a:endParaRPr/>
          </a:p>
        </p:txBody>
      </p:sp>
      <p:sp>
        <p:nvSpPr>
          <p:cNvPr id="452" name="Google Shape;452;p16"/>
          <p:cNvSpPr txBox="1">
            <a:spLocks noGrp="1"/>
          </p:cNvSpPr>
          <p:nvPr>
            <p:ph type="body" idx="1"/>
          </p:nvPr>
        </p:nvSpPr>
        <p:spPr>
          <a:xfrm>
            <a:off x="1045028" y="3017522"/>
            <a:ext cx="9941319" cy="3124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Identitatea: </a:t>
            </a:r>
            <a:r>
              <a:rPr lang="en-US" sz="1700" b="0"/>
              <a:t>Povestea pe care ți-o spui despre tine datorită trecutului – „Nu sunt suficient de bun!”, „Nu voi face față!”, „Nu pot conta pe ceilalți.”, „Greșeala este nepermisă.”, „Oamenii nu sunt de încredere!”  “E groaznic” “Îmi vine să mor” “E prea greu”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Mecanismele de protecție:</a:t>
            </a:r>
            <a:r>
              <a:rPr lang="en-US" sz="1700" b="0"/>
              <a:t> inflexibilitatea mentală și emoțională, răspunsul de atac – evitare – îngheț .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●"/>
            </a:pPr>
            <a:r>
              <a:rPr lang="en-US" sz="2400" b="1">
                <a:latin typeface="Calibri"/>
                <a:ea typeface="Calibri"/>
                <a:cs typeface="Calibri"/>
                <a:sym typeface="Calibri"/>
              </a:rPr>
              <a:t>Contextul de viață și impactul comunității în care trăim</a:t>
            </a:r>
            <a:r>
              <a:rPr lang="en-US" sz="1700" b="0"/>
              <a:t>. Relațiile care au la bază neîncrederea și neasumarea. </a:t>
            </a:r>
            <a:endParaRPr/>
          </a:p>
        </p:txBody>
      </p:sp>
      <p:cxnSp>
        <p:nvCxnSpPr>
          <p:cNvPr id="453" name="Google Shape;453;p16"/>
          <p:cNvCxnSpPr/>
          <p:nvPr/>
        </p:nvCxnSpPr>
        <p:spPr>
          <a:xfrm rot="10800000">
            <a:off x="838198" y="6485313"/>
            <a:ext cx="10515602" cy="1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D7E74"/>
        </a:solidFill>
        <a:effectLst/>
      </p:bgPr>
    </p:bg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18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459" name="Google Shape;459;p18"/>
          <p:cNvSpPr txBox="1">
            <a:spLocks noGrp="1"/>
          </p:cNvSpPr>
          <p:nvPr>
            <p:ph type="body" idx="1"/>
          </p:nvPr>
        </p:nvSpPr>
        <p:spPr>
          <a:xfrm>
            <a:off x="2252750" y="30861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EVENIMENT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US" sz="1700" b="0" i="0" u="none" strike="noStrike" cap="none">
                <a:solidFill>
                  <a:srgbClr val="424242"/>
                </a:solidFill>
                <a:latin typeface="Nunito"/>
                <a:ea typeface="Nunito"/>
                <a:cs typeface="Nunito"/>
                <a:sym typeface="Nunito"/>
              </a:rPr>
              <a:t>EVENIMENT </a:t>
            </a:r>
            <a:endParaRPr/>
          </a:p>
        </p:txBody>
      </p:sp>
      <p:grpSp>
        <p:nvGrpSpPr>
          <p:cNvPr id="460" name="Google Shape;460;p18"/>
          <p:cNvGrpSpPr/>
          <p:nvPr/>
        </p:nvGrpSpPr>
        <p:grpSpPr>
          <a:xfrm>
            <a:off x="1219200" y="2608350"/>
            <a:ext cx="2610001" cy="1332302"/>
            <a:chOff x="0" y="0"/>
            <a:chExt cx="2610000" cy="1332300"/>
          </a:xfrm>
        </p:grpSpPr>
        <p:sp>
          <p:nvSpPr>
            <p:cNvPr id="461" name="Google Shape;461;p18"/>
            <p:cNvSpPr/>
            <p:nvPr/>
          </p:nvSpPr>
          <p:spPr>
            <a:xfrm>
              <a:off x="0" y="0"/>
              <a:ext cx="2610000" cy="1332300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rgbClr val="4242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18"/>
            <p:cNvSpPr txBox="1"/>
            <p:nvPr/>
          </p:nvSpPr>
          <p:spPr>
            <a:xfrm>
              <a:off x="69800" y="395768"/>
              <a:ext cx="2470400" cy="540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2500"/>
                <a:buFont typeface="Arial"/>
                <a:buNone/>
              </a:pPr>
              <a:r>
                <a:rPr lang="en-US" sz="2500" b="0" i="0" u="none" strike="noStrike" cap="none">
                  <a:solidFill>
                    <a:srgbClr val="424242"/>
                  </a:solidFill>
                  <a:latin typeface="Arial"/>
                  <a:ea typeface="Arial"/>
                  <a:cs typeface="Arial"/>
                  <a:sym typeface="Arial"/>
                </a:rPr>
                <a:t>EVENIMENT </a:t>
              </a:r>
              <a:endParaRPr/>
            </a:p>
          </p:txBody>
        </p:sp>
      </p:grpSp>
      <p:grpSp>
        <p:nvGrpSpPr>
          <p:cNvPr id="463" name="Google Shape;463;p18"/>
          <p:cNvGrpSpPr/>
          <p:nvPr/>
        </p:nvGrpSpPr>
        <p:grpSpPr>
          <a:xfrm>
            <a:off x="5029349" y="2608349"/>
            <a:ext cx="2495402" cy="1332303"/>
            <a:chOff x="0" y="30512"/>
            <a:chExt cx="2495401" cy="1332301"/>
          </a:xfrm>
        </p:grpSpPr>
        <p:sp>
          <p:nvSpPr>
            <p:cNvPr id="464" name="Google Shape;464;p18"/>
            <p:cNvSpPr/>
            <p:nvPr/>
          </p:nvSpPr>
          <p:spPr>
            <a:xfrm>
              <a:off x="0" y="30512"/>
              <a:ext cx="2495401" cy="1332301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rgbClr val="4242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8"/>
            <p:cNvSpPr txBox="1"/>
            <p:nvPr/>
          </p:nvSpPr>
          <p:spPr>
            <a:xfrm>
              <a:off x="69800" y="442763"/>
              <a:ext cx="2355800" cy="50779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2100"/>
                <a:buFont typeface="Arial"/>
                <a:buNone/>
              </a:pPr>
              <a:r>
                <a:rPr lang="en-US" sz="2100" b="0" i="0" u="none" strike="noStrike" cap="none">
                  <a:solidFill>
                    <a:srgbClr val="424242"/>
                  </a:solidFill>
                  <a:latin typeface="Arial"/>
                  <a:ea typeface="Arial"/>
                  <a:cs typeface="Arial"/>
                  <a:sym typeface="Arial"/>
                </a:rPr>
                <a:t>GÂNDURI</a:t>
              </a: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6" name="Google Shape;466;p18"/>
          <p:cNvGrpSpPr/>
          <p:nvPr/>
        </p:nvGrpSpPr>
        <p:grpSpPr>
          <a:xfrm>
            <a:off x="8467674" y="2653350"/>
            <a:ext cx="3028802" cy="1287302"/>
            <a:chOff x="0" y="0"/>
            <a:chExt cx="3028801" cy="1287301"/>
          </a:xfrm>
        </p:grpSpPr>
        <p:sp>
          <p:nvSpPr>
            <p:cNvPr id="467" name="Google Shape;467;p18"/>
            <p:cNvSpPr/>
            <p:nvPr/>
          </p:nvSpPr>
          <p:spPr>
            <a:xfrm>
              <a:off x="0" y="0"/>
              <a:ext cx="3028801" cy="1287301"/>
            </a:xfrm>
            <a:prstGeom prst="roundRect">
              <a:avLst>
                <a:gd name="adj" fmla="val 16667"/>
              </a:avLst>
            </a:prstGeom>
            <a:solidFill>
              <a:srgbClr val="FFD966"/>
            </a:solidFill>
            <a:ln w="9525" cap="flat" cmpd="sng">
              <a:solidFill>
                <a:srgbClr val="4242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8"/>
            <p:cNvSpPr txBox="1"/>
            <p:nvPr/>
          </p:nvSpPr>
          <p:spPr>
            <a:xfrm>
              <a:off x="67603" y="226595"/>
              <a:ext cx="2893594" cy="83411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424242"/>
                  </a:solidFill>
                  <a:latin typeface="Arial"/>
                  <a:ea typeface="Arial"/>
                  <a:cs typeface="Arial"/>
                  <a:sym typeface="Arial"/>
                </a:rPr>
                <a:t>EMOȚII/</a:t>
              </a:r>
              <a:endParaRPr/>
            </a:p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24242"/>
                </a:buClr>
                <a:buSzPts val="2200"/>
                <a:buFont typeface="Arial"/>
                <a:buNone/>
              </a:pPr>
              <a:r>
                <a:rPr lang="en-US" sz="2200" b="0" i="0" u="none" strike="noStrike" cap="none">
                  <a:solidFill>
                    <a:srgbClr val="424242"/>
                  </a:solidFill>
                  <a:latin typeface="Arial"/>
                  <a:ea typeface="Arial"/>
                  <a:cs typeface="Arial"/>
                  <a:sym typeface="Arial"/>
                </a:rPr>
                <a:t>COMPORTAMENTE</a:t>
              </a:r>
              <a:endParaRPr/>
            </a:p>
          </p:txBody>
        </p:sp>
      </p:grpSp>
      <p:sp>
        <p:nvSpPr>
          <p:cNvPr id="469" name="Google Shape;469;p18"/>
          <p:cNvSpPr/>
          <p:nvPr/>
        </p:nvSpPr>
        <p:spPr>
          <a:xfrm>
            <a:off x="4152900" y="3086100"/>
            <a:ext cx="628800" cy="285900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18"/>
          <p:cNvSpPr/>
          <p:nvPr/>
        </p:nvSpPr>
        <p:spPr>
          <a:xfrm>
            <a:off x="7681813" y="3154049"/>
            <a:ext cx="628801" cy="285901"/>
          </a:xfrm>
          <a:prstGeom prst="chevron">
            <a:avLst>
              <a:gd name="adj" fmla="val 50000"/>
            </a:avLst>
          </a:prstGeom>
          <a:solidFill>
            <a:srgbClr val="FFFFFF"/>
          </a:solidFill>
          <a:ln w="9525" cap="flat" cmpd="sng">
            <a:solidFill>
              <a:srgbClr val="42424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1" name="Google Shape;471;p18"/>
          <p:cNvGrpSpPr/>
          <p:nvPr/>
        </p:nvGrpSpPr>
        <p:grpSpPr>
          <a:xfrm>
            <a:off x="4034124" y="4422598"/>
            <a:ext cx="4094103" cy="1987203"/>
            <a:chOff x="-1" y="-1"/>
            <a:chExt cx="4094102" cy="1987202"/>
          </a:xfrm>
        </p:grpSpPr>
        <p:sp>
          <p:nvSpPr>
            <p:cNvPr id="472" name="Google Shape;472;p18"/>
            <p:cNvSpPr/>
            <p:nvPr/>
          </p:nvSpPr>
          <p:spPr>
            <a:xfrm>
              <a:off x="-1" y="-1"/>
              <a:ext cx="4094102" cy="1987202"/>
            </a:xfrm>
            <a:prstGeom prst="rect">
              <a:avLst/>
            </a:prstGeom>
            <a:solidFill>
              <a:srgbClr val="424242"/>
            </a:solidFill>
            <a:ln w="9525" cap="flat" cmpd="sng">
              <a:solidFill>
                <a:srgbClr val="42424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" name="Google Shape;473;p18"/>
            <p:cNvSpPr txBox="1"/>
            <p:nvPr/>
          </p:nvSpPr>
          <p:spPr>
            <a:xfrm>
              <a:off x="4762" y="143706"/>
              <a:ext cx="4084576" cy="16997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00" tIns="91400" rIns="91400" bIns="91400" anchor="ctr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gândire emoțională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catastrofare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predicții /suprageneralizare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bias negativ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spotlight efect</a:t>
              </a:r>
              <a:endParaRPr/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700"/>
                <a:buFont typeface="Arial"/>
                <a:buNone/>
              </a:pPr>
              <a:r>
                <a:rPr lang="en-US" sz="17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gândire dihotomică</a:t>
              </a: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19"/>
          <p:cNvSpPr/>
          <p:nvPr/>
        </p:nvSpPr>
        <p:spPr>
          <a:xfrm>
            <a:off x="-2" y="-1"/>
            <a:ext cx="12192001" cy="68573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9" name="Google Shape;479;p19"/>
          <p:cNvGrpSpPr/>
          <p:nvPr/>
        </p:nvGrpSpPr>
        <p:grpSpPr>
          <a:xfrm>
            <a:off x="1" y="1216595"/>
            <a:ext cx="731526" cy="673464"/>
            <a:chOff x="0" y="0"/>
            <a:chExt cx="731524" cy="673462"/>
          </a:xfrm>
        </p:grpSpPr>
        <p:sp>
          <p:nvSpPr>
            <p:cNvPr id="480" name="Google Shape;480;p19"/>
            <p:cNvSpPr/>
            <p:nvPr/>
          </p:nvSpPr>
          <p:spPr>
            <a:xfrm>
              <a:off x="0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19"/>
            <p:cNvSpPr/>
            <p:nvPr/>
          </p:nvSpPr>
          <p:spPr>
            <a:xfrm>
              <a:off x="267833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19"/>
            <p:cNvSpPr/>
            <p:nvPr/>
          </p:nvSpPr>
          <p:spPr>
            <a:xfrm>
              <a:off x="535667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83" name="Google Shape;483;p19"/>
          <p:cNvSpPr/>
          <p:nvPr/>
        </p:nvSpPr>
        <p:spPr>
          <a:xfrm>
            <a:off x="640079" y="613953"/>
            <a:ext cx="10907487" cy="18941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dist="127000" dir="5400000" rotWithShape="0">
              <a:srgbClr val="000000">
                <a:alpha val="1450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9"/>
          <p:cNvSpPr txBox="1">
            <a:spLocks noGrp="1"/>
          </p:cNvSpPr>
          <p:nvPr>
            <p:ph type="title"/>
          </p:nvPr>
        </p:nvSpPr>
        <p:spPr>
          <a:xfrm>
            <a:off x="1043629" y="809896"/>
            <a:ext cx="9942719" cy="1554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4400"/>
              <a:buFont typeface="Calibri"/>
              <a:buNone/>
            </a:pPr>
            <a:r>
              <a:rPr lang="en-US" sz="4400" b="0" i="0" u="none" strike="noStrike" cap="none">
                <a:solidFill>
                  <a:srgbClr val="424242"/>
                </a:solidFill>
                <a:latin typeface="Calibri"/>
                <a:ea typeface="Calibri"/>
                <a:cs typeface="Calibri"/>
                <a:sym typeface="Calibri"/>
              </a:rPr>
              <a:t>Erori în gândire= întrețin stresul</a:t>
            </a:r>
            <a:endParaRPr sz="4400" b="0" i="0" u="none" strike="noStrike" cap="none">
              <a:solidFill>
                <a:srgbClr val="4242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19"/>
          <p:cNvSpPr txBox="1">
            <a:spLocks noGrp="1"/>
          </p:cNvSpPr>
          <p:nvPr>
            <p:ph type="body" idx="1"/>
          </p:nvPr>
        </p:nvSpPr>
        <p:spPr>
          <a:xfrm>
            <a:off x="1123124" y="2710472"/>
            <a:ext cx="9941402" cy="3108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214884" lvl="0" indent="-214884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Times New Roman"/>
              <a:buChar char="●"/>
            </a:pPr>
            <a:r>
              <a:rPr lang="en-US" sz="2538">
                <a:latin typeface="Times New Roman"/>
                <a:ea typeface="Times New Roman"/>
                <a:cs typeface="Times New Roman"/>
                <a:sym typeface="Times New Roman"/>
              </a:rPr>
              <a:t>Mintea:</a:t>
            </a:r>
            <a:endParaRPr sz="1879"/>
          </a:p>
          <a:p>
            <a:pPr marL="644651" lvl="1" indent="-2327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-US" sz="2162">
                <a:latin typeface="Times New Roman"/>
                <a:ea typeface="Times New Roman"/>
                <a:cs typeface="Times New Roman"/>
                <a:sym typeface="Times New Roman"/>
              </a:rPr>
              <a:t>Răspunde la credințe și caută să ne țină în siguranță</a:t>
            </a:r>
            <a:endParaRPr sz="2538"/>
          </a:p>
          <a:p>
            <a:pPr marL="644651" lvl="1" indent="-2327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-US" sz="2162">
                <a:latin typeface="Times New Roman"/>
                <a:ea typeface="Times New Roman"/>
                <a:cs typeface="Times New Roman"/>
                <a:sym typeface="Times New Roman"/>
              </a:rPr>
              <a:t>Caută plăcerea și evită disconfortul (durerii)</a:t>
            </a:r>
            <a:endParaRPr sz="2538"/>
          </a:p>
          <a:p>
            <a:pPr marL="644651" lvl="1" indent="-2327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-US" sz="2162">
                <a:latin typeface="Times New Roman"/>
                <a:ea typeface="Times New Roman"/>
                <a:cs typeface="Times New Roman"/>
                <a:sym typeface="Times New Roman"/>
              </a:rPr>
              <a:t>Funcționează în baza imaginilor mintale și a narațiunilor pe care ni le spunem</a:t>
            </a:r>
            <a:endParaRPr sz="2538"/>
          </a:p>
          <a:p>
            <a:pPr marL="644651" lvl="1" indent="-2327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-US" sz="2162">
                <a:latin typeface="Times New Roman"/>
                <a:ea typeface="Times New Roman"/>
                <a:cs typeface="Times New Roman"/>
                <a:sym typeface="Times New Roman"/>
              </a:rPr>
              <a:t>Minții îi place familiarul (spațiul de confort)</a:t>
            </a:r>
            <a:endParaRPr sz="2538"/>
          </a:p>
          <a:p>
            <a:pPr marL="644651" lvl="1" indent="-23279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Times New Roman"/>
              <a:buChar char="○"/>
            </a:pPr>
            <a:r>
              <a:rPr lang="en-US" sz="2162">
                <a:latin typeface="Times New Roman"/>
                <a:ea typeface="Times New Roman"/>
                <a:cs typeface="Times New Roman"/>
                <a:sym typeface="Times New Roman"/>
              </a:rPr>
              <a:t>Are predispoziție spre informația negativă</a:t>
            </a:r>
            <a:endParaRPr sz="2538"/>
          </a:p>
        </p:txBody>
      </p:sp>
      <p:cxnSp>
        <p:nvCxnSpPr>
          <p:cNvPr id="486" name="Google Shape;486;p19"/>
          <p:cNvCxnSpPr/>
          <p:nvPr/>
        </p:nvCxnSpPr>
        <p:spPr>
          <a:xfrm rot="10800000">
            <a:off x="838198" y="6485313"/>
            <a:ext cx="10515602" cy="1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20"/>
          <p:cNvSpPr txBox="1">
            <a:spLocks noGrp="1"/>
          </p:cNvSpPr>
          <p:nvPr>
            <p:ph type="title"/>
          </p:nvPr>
        </p:nvSpPr>
        <p:spPr>
          <a:xfrm>
            <a:off x="1738400" y="821825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Calibri"/>
              <a:buNone/>
            </a:pPr>
            <a:r>
              <a:rPr lang="en-US" sz="4400" b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Modificarea percepției asupra stresorilor</a:t>
            </a:r>
            <a:endParaRPr/>
          </a:p>
        </p:txBody>
      </p:sp>
      <p:sp>
        <p:nvSpPr>
          <p:cNvPr id="492" name="Google Shape;492;p20"/>
          <p:cNvSpPr txBox="1">
            <a:spLocks noGrp="1"/>
          </p:cNvSpPr>
          <p:nvPr>
            <p:ph type="body" idx="1"/>
          </p:nvPr>
        </p:nvSpPr>
        <p:spPr>
          <a:xfrm>
            <a:off x="1055075" y="2653400"/>
            <a:ext cx="66942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Restructurarea cognitivă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Redefinirea eșecului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Ajustarea mentală a scopurilor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Punerea în perspectivă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Char char="●"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Evaluarea cost-beneficii</a:t>
            </a:r>
            <a:endParaRPr/>
          </a:p>
        </p:txBody>
      </p:sp>
      <p:pic>
        <p:nvPicPr>
          <p:cNvPr id="493" name="Google Shape;493;p20" descr="Google Shape;457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69950" y="1797299"/>
            <a:ext cx="3922051" cy="5060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21"/>
          <p:cNvSpPr txBox="1">
            <a:spLocks noGrp="1"/>
          </p:cNvSpPr>
          <p:nvPr>
            <p:ph type="body" idx="1"/>
          </p:nvPr>
        </p:nvSpPr>
        <p:spPr>
          <a:xfrm>
            <a:off x="2218775" y="759375"/>
            <a:ext cx="8893800" cy="52827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Ce dovezi exista pentru gandirea mea? Se sustine in realitate ceea ce gandesc?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Pot privi situatia din alta perspectiva?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Raportat la economia vietii mele, cat de importanta este aceasta situatie?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Care sunt consecintele gandirii mele? Ma ajuta?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Ce alte posibile interpretari ale situatiei pot identifica?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Gandesc in termeni de totul sau nimic? Cum as putea relativiza?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Ma concentrez prea mult pe esec, ignorand partile pozitive?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Am asteptari nerealiste de la mine/ceilalti?</a:t>
            </a:r>
            <a:endParaRPr sz="3000"/>
          </a:p>
          <a:p>
            <a:pPr marL="457200" lvl="0" indent="-390525" algn="l" rtl="0">
              <a:lnSpc>
                <a:spcPct val="92000"/>
              </a:lnSpc>
              <a:spcBef>
                <a:spcPts val="0"/>
              </a:spcBef>
              <a:spcAft>
                <a:spcPts val="0"/>
              </a:spcAft>
              <a:buSzPts val="2500"/>
              <a:buFont typeface="Times New Roman"/>
              <a:buAutoNum type="arabicPeriod"/>
            </a:pPr>
            <a:r>
              <a:rPr lang="en-US" sz="2500">
                <a:latin typeface="Times New Roman"/>
                <a:ea typeface="Times New Roman"/>
                <a:cs typeface="Times New Roman"/>
                <a:sym typeface="Times New Roman"/>
              </a:rPr>
              <a:t>Supraestimez importanta evenimentelor/sansa sa se intample scenariul negativ imaginat?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22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504" name="Google Shape;504;p22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grpSp>
        <p:nvGrpSpPr>
          <p:cNvPr id="505" name="Google Shape;505;p22"/>
          <p:cNvGrpSpPr/>
          <p:nvPr/>
        </p:nvGrpSpPr>
        <p:grpSpPr>
          <a:xfrm>
            <a:off x="1039186" y="954909"/>
            <a:ext cx="3315844" cy="4993762"/>
            <a:chOff x="0" y="0"/>
            <a:chExt cx="3315842" cy="4993760"/>
          </a:xfrm>
        </p:grpSpPr>
        <p:sp>
          <p:nvSpPr>
            <p:cNvPr id="506" name="Google Shape;506;p22"/>
            <p:cNvSpPr/>
            <p:nvPr/>
          </p:nvSpPr>
          <p:spPr>
            <a:xfrm>
              <a:off x="95829" y="0"/>
              <a:ext cx="3220013" cy="4948343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22"/>
            <p:cNvSpPr/>
            <p:nvPr/>
          </p:nvSpPr>
          <p:spPr>
            <a:xfrm>
              <a:off x="0" y="70435"/>
              <a:ext cx="3248084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22"/>
            <p:cNvSpPr txBox="1"/>
            <p:nvPr/>
          </p:nvSpPr>
          <p:spPr>
            <a:xfrm>
              <a:off x="266637" y="1078454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COGNITIVĂ</a:t>
              </a:r>
              <a:endParaRPr/>
            </a:p>
          </p:txBody>
        </p:sp>
        <p:sp>
          <p:nvSpPr>
            <p:cNvPr id="509" name="Google Shape;509;p22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510" name="Google Shape;510;p22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22"/>
            <p:cNvSpPr txBox="1"/>
            <p:nvPr/>
          </p:nvSpPr>
          <p:spPr>
            <a:xfrm>
              <a:off x="133" y="3506629"/>
              <a:ext cx="3220013" cy="1487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restructurare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reorientare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ajustare</a:t>
              </a:r>
              <a:endParaRPr/>
            </a:p>
          </p:txBody>
        </p:sp>
      </p:grpSp>
      <p:grpSp>
        <p:nvGrpSpPr>
          <p:cNvPr id="512" name="Google Shape;512;p22"/>
          <p:cNvGrpSpPr/>
          <p:nvPr/>
        </p:nvGrpSpPr>
        <p:grpSpPr>
          <a:xfrm>
            <a:off x="4438145" y="954908"/>
            <a:ext cx="3315844" cy="4948346"/>
            <a:chOff x="-1" y="-1"/>
            <a:chExt cx="3315843" cy="4948344"/>
          </a:xfrm>
        </p:grpSpPr>
        <p:sp>
          <p:nvSpPr>
            <p:cNvPr id="513" name="Google Shape;513;p22"/>
            <p:cNvSpPr/>
            <p:nvPr/>
          </p:nvSpPr>
          <p:spPr>
            <a:xfrm>
              <a:off x="95829" y="-1"/>
              <a:ext cx="3220013" cy="4948344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22"/>
            <p:cNvSpPr/>
            <p:nvPr/>
          </p:nvSpPr>
          <p:spPr>
            <a:xfrm>
              <a:off x="-1" y="70435"/>
              <a:ext cx="3248085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22"/>
            <p:cNvSpPr txBox="1"/>
            <p:nvPr/>
          </p:nvSpPr>
          <p:spPr>
            <a:xfrm>
              <a:off x="218711" y="1175478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SITUAȚIONALĂ</a:t>
              </a:r>
              <a:endParaRPr/>
            </a:p>
          </p:txBody>
        </p:sp>
        <p:sp>
          <p:nvSpPr>
            <p:cNvPr id="516" name="Google Shape;516;p22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517" name="Google Shape;517;p22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22"/>
            <p:cNvSpPr txBox="1"/>
            <p:nvPr/>
          </p:nvSpPr>
          <p:spPr>
            <a:xfrm>
              <a:off x="133" y="3430429"/>
              <a:ext cx="3220013" cy="1317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prioritizare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planificare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asertivitate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limite</a:t>
              </a:r>
              <a:endParaRPr/>
            </a:p>
          </p:txBody>
        </p:sp>
      </p:grpSp>
      <p:grpSp>
        <p:nvGrpSpPr>
          <p:cNvPr id="519" name="Google Shape;519;p22"/>
          <p:cNvGrpSpPr/>
          <p:nvPr/>
        </p:nvGrpSpPr>
        <p:grpSpPr>
          <a:xfrm>
            <a:off x="7837102" y="954908"/>
            <a:ext cx="3315845" cy="4948346"/>
            <a:chOff x="-1" y="-1"/>
            <a:chExt cx="3315843" cy="4948344"/>
          </a:xfrm>
        </p:grpSpPr>
        <p:sp>
          <p:nvSpPr>
            <p:cNvPr id="520" name="Google Shape;520;p22"/>
            <p:cNvSpPr/>
            <p:nvPr/>
          </p:nvSpPr>
          <p:spPr>
            <a:xfrm>
              <a:off x="95829" y="-1"/>
              <a:ext cx="3220013" cy="4948344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22"/>
            <p:cNvSpPr/>
            <p:nvPr/>
          </p:nvSpPr>
          <p:spPr>
            <a:xfrm>
              <a:off x="-1" y="70435"/>
              <a:ext cx="3248085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22"/>
            <p:cNvSpPr txBox="1"/>
            <p:nvPr/>
          </p:nvSpPr>
          <p:spPr>
            <a:xfrm>
              <a:off x="218711" y="1078454"/>
              <a:ext cx="2878410" cy="1995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CONSTRUIREA DE RESURSE (INTERNE ȘI EXTERNE)</a:t>
              </a:r>
              <a:endParaRPr/>
            </a:p>
          </p:txBody>
        </p:sp>
        <p:sp>
          <p:nvSpPr>
            <p:cNvPr id="523" name="Google Shape;523;p22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  <p:sp>
          <p:nvSpPr>
            <p:cNvPr id="524" name="Google Shape;524;p22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22"/>
            <p:cNvSpPr txBox="1"/>
            <p:nvPr/>
          </p:nvSpPr>
          <p:spPr>
            <a:xfrm>
              <a:off x="133" y="3506629"/>
              <a:ext cx="3220013" cy="998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abilități personale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suport social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pauza</a:t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23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531" name="Google Shape;531;p23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32" name="Google Shape;532;p23" descr="life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627723" y="0"/>
            <a:ext cx="6680399" cy="672418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24"/>
          <p:cNvSpPr txBox="1">
            <a:spLocks noGrp="1"/>
          </p:cNvSpPr>
          <p:nvPr>
            <p:ph type="title"/>
          </p:nvPr>
        </p:nvSpPr>
        <p:spPr>
          <a:xfrm>
            <a:off x="838200" y="531002"/>
            <a:ext cx="10515600" cy="1325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r>
              <a:rPr lang="en-US"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Dezvoltare de abilități- managementul timpului</a:t>
            </a:r>
            <a:endParaRPr/>
          </a:p>
        </p:txBody>
      </p:sp>
      <p:sp>
        <p:nvSpPr>
          <p:cNvPr id="538" name="Google Shape;538;p2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406007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2200"/>
              <a:t>Stresul- poate fi redus prin focalizarea pe ceea ce dorim</a:t>
            </a:r>
            <a:endParaRPr sz="2200"/>
          </a:p>
          <a:p>
            <a:pPr marL="457200" lvl="0" indent="-336550" algn="just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2200"/>
              <a:t>Time stressors-presiunea reala sau percepută asociata cu utilizarea timpului și percepția trecerii timpului</a:t>
            </a:r>
            <a:endParaRPr sz="2200"/>
          </a:p>
        </p:txBody>
      </p:sp>
      <p:pic>
        <p:nvPicPr>
          <p:cNvPr id="539" name="Google Shape;539;p24" descr="Inspirational Clips: TIME..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24314" y="1557693"/>
            <a:ext cx="6096001" cy="4572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"/>
                                        <p:tgtEl>
                                          <p:spTgt spid="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5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r>
              <a:rPr lang="en-US" sz="3700" b="1" i="0" u="none" strike="noStrike" cap="none">
                <a:solidFill>
                  <a:srgbClr val="424242"/>
                </a:solidFill>
                <a:latin typeface="Maven Pro"/>
                <a:ea typeface="Maven Pro"/>
                <a:cs typeface="Maven Pro"/>
                <a:sym typeface="Maven Pro"/>
              </a:rPr>
              <a:t>Big rocks- aplicație?</a:t>
            </a:r>
            <a:endParaRPr/>
          </a:p>
        </p:txBody>
      </p:sp>
      <p:sp>
        <p:nvSpPr>
          <p:cNvPr id="545" name="Google Shape;545;p25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pic>
        <p:nvPicPr>
          <p:cNvPr id="546" name="Google Shape;546;p25" descr="Final_BigRocks.002.jp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7394" y="1376659"/>
            <a:ext cx="9744606" cy="54813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"/>
          <p:cNvSpPr/>
          <p:nvPr/>
        </p:nvSpPr>
        <p:spPr>
          <a:xfrm>
            <a:off x="-1" y="-1"/>
            <a:ext cx="12192001" cy="685736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552" name="Google Shape;552;p26"/>
          <p:cNvGrpSpPr/>
          <p:nvPr/>
        </p:nvGrpSpPr>
        <p:grpSpPr>
          <a:xfrm>
            <a:off x="2" y="1216595"/>
            <a:ext cx="731524" cy="673462"/>
            <a:chOff x="-1" y="-1"/>
            <a:chExt cx="731522" cy="673461"/>
          </a:xfrm>
        </p:grpSpPr>
        <p:sp>
          <p:nvSpPr>
            <p:cNvPr id="553" name="Google Shape;553;p26"/>
            <p:cNvSpPr/>
            <p:nvPr/>
          </p:nvSpPr>
          <p:spPr>
            <a:xfrm>
              <a:off x="-1" y="-1"/>
              <a:ext cx="195856" cy="6734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26"/>
            <p:cNvSpPr/>
            <p:nvPr/>
          </p:nvSpPr>
          <p:spPr>
            <a:xfrm>
              <a:off x="267832" y="-1"/>
              <a:ext cx="195856" cy="6734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26"/>
            <p:cNvSpPr/>
            <p:nvPr/>
          </p:nvSpPr>
          <p:spPr>
            <a:xfrm>
              <a:off x="535665" y="-1"/>
              <a:ext cx="195856" cy="67346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45700" tIns="45700" rIns="45700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56" name="Google Shape;556;p26"/>
          <p:cNvSpPr/>
          <p:nvPr/>
        </p:nvSpPr>
        <p:spPr>
          <a:xfrm>
            <a:off x="640079" y="613953"/>
            <a:ext cx="10907487" cy="18941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dist="127000" dir="5400000" rotWithShape="0">
              <a:srgbClr val="000000">
                <a:alpha val="14901"/>
              </a:srgbClr>
            </a:outerShdw>
          </a:effectLst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26"/>
          <p:cNvSpPr txBox="1">
            <a:spLocks noGrp="1"/>
          </p:cNvSpPr>
          <p:nvPr>
            <p:ph type="title"/>
          </p:nvPr>
        </p:nvSpPr>
        <p:spPr>
          <a:xfrm>
            <a:off x="1043630" y="809897"/>
            <a:ext cx="10197026" cy="155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800"/>
              <a:buFont typeface="Maven Pro"/>
              <a:buNone/>
            </a:pPr>
            <a:r>
              <a:rPr lang="en-US" sz="2800"/>
              <a:t>Managementul timpului = managementul impulsurilor emoționale</a:t>
            </a:r>
            <a:br>
              <a:rPr lang="en-US" sz="2800"/>
            </a:br>
            <a:endParaRPr/>
          </a:p>
        </p:txBody>
      </p:sp>
      <p:sp>
        <p:nvSpPr>
          <p:cNvPr id="558" name="Google Shape;558;p26"/>
          <p:cNvSpPr txBox="1">
            <a:spLocks noGrp="1"/>
          </p:cNvSpPr>
          <p:nvPr>
            <p:ph type="body" idx="1"/>
          </p:nvPr>
        </p:nvSpPr>
        <p:spPr>
          <a:xfrm>
            <a:off x="1045028" y="2767057"/>
            <a:ext cx="9941319" cy="37182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ctr" anchorCtr="0">
            <a:normAutofit/>
          </a:bodyPr>
          <a:lstStyle/>
          <a:p>
            <a:pPr marL="180594" lvl="0" indent="-7264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180594" lvl="0" indent="-180594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</a:pPr>
            <a:r>
              <a:rPr lang="en-US" sz="1580"/>
              <a:t>Facem totul pentru a evita disconfortul emoțional </a:t>
            </a:r>
            <a:endParaRPr/>
          </a:p>
          <a:p>
            <a:pPr marL="541781" lvl="1" indent="-180594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700"/>
              <a:buChar char="○"/>
            </a:pPr>
            <a:r>
              <a:rPr lang="en-US" sz="1264"/>
              <a:t>(plictiseală, singurătate, tristețe, îngrijorări)</a:t>
            </a:r>
            <a:endParaRPr sz="1895"/>
          </a:p>
          <a:p>
            <a:pPr marL="541781" lvl="1" indent="-72644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</a:pPr>
            <a:endParaRPr sz="1895"/>
          </a:p>
          <a:p>
            <a:pPr marL="541781" lvl="1" indent="-72644" algn="ctr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</a:pPr>
            <a:endParaRPr sz="1895"/>
          </a:p>
          <a:p>
            <a:pPr marL="0" lvl="0" indent="0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580"/>
              <a:buNone/>
            </a:pPr>
            <a:r>
              <a:rPr lang="en-US" sz="1580" u="sng"/>
              <a:t>Abilități necesare: </a:t>
            </a:r>
            <a:endParaRPr/>
          </a:p>
          <a:p>
            <a:pPr marL="180594" lvl="0" indent="-180594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</a:pPr>
            <a:r>
              <a:rPr lang="en-US" sz="1580" i="1"/>
              <a:t>să înțeleg de ce fac ceea ce fac (conștientizare)</a:t>
            </a:r>
            <a:endParaRPr/>
          </a:p>
          <a:p>
            <a:pPr marL="180594" lvl="0" indent="-180594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</a:pPr>
            <a:r>
              <a:rPr lang="en-US" sz="1580" i="1"/>
              <a:t>gestionarea disconfortului emoțional</a:t>
            </a:r>
            <a:endParaRPr/>
          </a:p>
          <a:p>
            <a:pPr marL="180594" lvl="0" indent="-180594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</a:pPr>
            <a:r>
              <a:rPr lang="en-US" sz="1580" i="1"/>
              <a:t>ce fac azi, pentru mâine?</a:t>
            </a:r>
            <a:endParaRPr/>
          </a:p>
          <a:p>
            <a:pPr marL="180594" lvl="0" indent="-180594" algn="ctr" rtl="0">
              <a:lnSpc>
                <a:spcPct val="115000"/>
              </a:lnSpc>
              <a:spcBef>
                <a:spcPts val="700"/>
              </a:spcBef>
              <a:spcAft>
                <a:spcPts val="0"/>
              </a:spcAft>
              <a:buSzPts val="1700"/>
              <a:buChar char="●"/>
            </a:pPr>
            <a:r>
              <a:rPr lang="en-US" sz="1580" i="1"/>
              <a:t>cum merg împotriva impulsului de moment?</a:t>
            </a:r>
            <a:endParaRPr/>
          </a:p>
          <a:p>
            <a:pPr marL="541781" lvl="1" indent="-72644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</a:pPr>
            <a:endParaRPr/>
          </a:p>
          <a:p>
            <a:pPr marL="541781" lvl="1" indent="-72644" algn="l" rtl="0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cxnSp>
        <p:nvCxnSpPr>
          <p:cNvPr id="559" name="Google Shape;559;p26"/>
          <p:cNvCxnSpPr/>
          <p:nvPr/>
        </p:nvCxnSpPr>
        <p:spPr>
          <a:xfrm rot="10800000">
            <a:off x="838199" y="6485313"/>
            <a:ext cx="10515601" cy="1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2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5" name="Google Shape;565;p27"/>
          <p:cNvSpPr/>
          <p:nvPr/>
        </p:nvSpPr>
        <p:spPr>
          <a:xfrm rot="-2700000" flipH="1">
            <a:off x="-376156" y="-253671"/>
            <a:ext cx="1827639" cy="1376990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0" y="15488"/>
                </a:moveTo>
                <a:lnTo>
                  <a:pt x="11669" y="0"/>
                </a:lnTo>
                <a:lnTo>
                  <a:pt x="21600" y="13181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6" name="Google Shape;566;p27"/>
          <p:cNvSpPr/>
          <p:nvPr/>
        </p:nvSpPr>
        <p:spPr>
          <a:xfrm rot="-2700000" flipH="1">
            <a:off x="891641" y="422145"/>
            <a:ext cx="645369" cy="645370"/>
          </a:xfrm>
          <a:prstGeom prst="rect">
            <a:avLst/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27"/>
          <p:cNvSpPr/>
          <p:nvPr/>
        </p:nvSpPr>
        <p:spPr>
          <a:xfrm rot="-2700000" flipH="1">
            <a:off x="10043482" y="655140"/>
            <a:ext cx="687473" cy="687472"/>
          </a:xfrm>
          <a:prstGeom prst="rect">
            <a:avLst/>
          </a:prstGeom>
          <a:solidFill>
            <a:schemeClr val="accent4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27"/>
          <p:cNvSpPr/>
          <p:nvPr/>
        </p:nvSpPr>
        <p:spPr>
          <a:xfrm rot="10800000" flipH="1">
            <a:off x="9356642" y="0"/>
            <a:ext cx="2835358" cy="148083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21600" y="21600"/>
                </a:moveTo>
                <a:lnTo>
                  <a:pt x="0" y="21600"/>
                </a:lnTo>
                <a:lnTo>
                  <a:pt x="11829" y="0"/>
                </a:lnTo>
                <a:lnTo>
                  <a:pt x="21600" y="17843"/>
                </a:lnTo>
                <a:close/>
              </a:path>
            </a:pathLst>
          </a:custGeom>
          <a:solidFill>
            <a:schemeClr val="accent4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27"/>
          <p:cNvSpPr/>
          <p:nvPr/>
        </p:nvSpPr>
        <p:spPr>
          <a:xfrm flipH="1">
            <a:off x="7976344" y="6115501"/>
            <a:ext cx="1494514" cy="742499"/>
          </a:xfrm>
          <a:prstGeom prst="triangle">
            <a:avLst>
              <a:gd name="adj" fmla="val 50000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70" name="Google Shape;570;p27" descr="Content Placeholder 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3467" y="1043517"/>
            <a:ext cx="10905067" cy="4770966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27"/>
          <p:cNvSpPr/>
          <p:nvPr/>
        </p:nvSpPr>
        <p:spPr>
          <a:xfrm flipH="1">
            <a:off x="7604080" y="6453142"/>
            <a:ext cx="814904" cy="404858"/>
          </a:xfrm>
          <a:prstGeom prst="triangle">
            <a:avLst>
              <a:gd name="adj" fmla="val 50000"/>
            </a:avLst>
          </a:prstGeom>
          <a:solidFill>
            <a:schemeClr val="accent1">
              <a:alpha val="29803"/>
            </a:scheme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8"/>
          <p:cNvSpPr txBox="1">
            <a:spLocks noGrp="1"/>
          </p:cNvSpPr>
          <p:nvPr>
            <p:ph type="title"/>
          </p:nvPr>
        </p:nvSpPr>
        <p:spPr>
          <a:xfrm>
            <a:off x="1738400" y="798099"/>
            <a:ext cx="9374100" cy="13323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700"/>
              <a:buFont typeface="Maven Pro"/>
              <a:buNone/>
            </a:pPr>
            <a:endParaRPr/>
          </a:p>
        </p:txBody>
      </p:sp>
      <p:sp>
        <p:nvSpPr>
          <p:cNvPr id="577" name="Google Shape;577;p28"/>
          <p:cNvSpPr txBox="1">
            <a:spLocks noGrp="1"/>
          </p:cNvSpPr>
          <p:nvPr>
            <p:ph type="body" idx="1"/>
          </p:nvPr>
        </p:nvSpPr>
        <p:spPr>
          <a:xfrm>
            <a:off x="1738400" y="2653400"/>
            <a:ext cx="9374100" cy="338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875" tIns="121875" rIns="121875" bIns="12187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endParaRPr/>
          </a:p>
        </p:txBody>
      </p:sp>
      <p:grpSp>
        <p:nvGrpSpPr>
          <p:cNvPr id="578" name="Google Shape;578;p28"/>
          <p:cNvGrpSpPr/>
          <p:nvPr/>
        </p:nvGrpSpPr>
        <p:grpSpPr>
          <a:xfrm>
            <a:off x="1039186" y="954909"/>
            <a:ext cx="3315844" cy="4993762"/>
            <a:chOff x="0" y="0"/>
            <a:chExt cx="3315842" cy="4993760"/>
          </a:xfrm>
        </p:grpSpPr>
        <p:sp>
          <p:nvSpPr>
            <p:cNvPr id="579" name="Google Shape;579;p28"/>
            <p:cNvSpPr/>
            <p:nvPr/>
          </p:nvSpPr>
          <p:spPr>
            <a:xfrm>
              <a:off x="95829" y="0"/>
              <a:ext cx="3220013" cy="4948343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28"/>
            <p:cNvSpPr/>
            <p:nvPr/>
          </p:nvSpPr>
          <p:spPr>
            <a:xfrm>
              <a:off x="0" y="70435"/>
              <a:ext cx="3248084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28"/>
            <p:cNvSpPr txBox="1"/>
            <p:nvPr/>
          </p:nvSpPr>
          <p:spPr>
            <a:xfrm>
              <a:off x="266637" y="1078454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COGNITIVĂ</a:t>
              </a:r>
              <a:endParaRPr/>
            </a:p>
          </p:txBody>
        </p:sp>
        <p:sp>
          <p:nvSpPr>
            <p:cNvPr id="582" name="Google Shape;582;p28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endParaRPr/>
            </a:p>
          </p:txBody>
        </p:sp>
        <p:sp>
          <p:nvSpPr>
            <p:cNvPr id="583" name="Google Shape;583;p28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28"/>
            <p:cNvSpPr txBox="1"/>
            <p:nvPr/>
          </p:nvSpPr>
          <p:spPr>
            <a:xfrm>
              <a:off x="133" y="3506629"/>
              <a:ext cx="3220013" cy="148713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restructurare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reorientare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Roboto"/>
                <a:buNone/>
              </a:pPr>
              <a:r>
                <a:rPr lang="en-US" sz="18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ajustare</a:t>
              </a:r>
              <a:endParaRPr/>
            </a:p>
          </p:txBody>
        </p:sp>
      </p:grpSp>
      <p:grpSp>
        <p:nvGrpSpPr>
          <p:cNvPr id="585" name="Google Shape;585;p28"/>
          <p:cNvGrpSpPr/>
          <p:nvPr/>
        </p:nvGrpSpPr>
        <p:grpSpPr>
          <a:xfrm>
            <a:off x="4438145" y="954908"/>
            <a:ext cx="3315844" cy="4948346"/>
            <a:chOff x="-1" y="-1"/>
            <a:chExt cx="3315843" cy="4948344"/>
          </a:xfrm>
        </p:grpSpPr>
        <p:sp>
          <p:nvSpPr>
            <p:cNvPr id="586" name="Google Shape;586;p28"/>
            <p:cNvSpPr/>
            <p:nvPr/>
          </p:nvSpPr>
          <p:spPr>
            <a:xfrm>
              <a:off x="95829" y="-1"/>
              <a:ext cx="3220013" cy="4948344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28"/>
            <p:cNvSpPr/>
            <p:nvPr/>
          </p:nvSpPr>
          <p:spPr>
            <a:xfrm>
              <a:off x="-1" y="70435"/>
              <a:ext cx="3248085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28"/>
            <p:cNvSpPr txBox="1"/>
            <p:nvPr/>
          </p:nvSpPr>
          <p:spPr>
            <a:xfrm>
              <a:off x="218711" y="1175478"/>
              <a:ext cx="2878410" cy="15430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STRATEGII DE MODIFICARE SITUAȚIONALĂ</a:t>
              </a:r>
              <a:endParaRPr/>
            </a:p>
          </p:txBody>
        </p:sp>
        <p:sp>
          <p:nvSpPr>
            <p:cNvPr id="589" name="Google Shape;589;p28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endParaRPr/>
            </a:p>
          </p:txBody>
        </p:sp>
        <p:sp>
          <p:nvSpPr>
            <p:cNvPr id="590" name="Google Shape;590;p28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28"/>
            <p:cNvSpPr txBox="1"/>
            <p:nvPr/>
          </p:nvSpPr>
          <p:spPr>
            <a:xfrm>
              <a:off x="133" y="3430429"/>
              <a:ext cx="3220013" cy="131758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prioritizare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planificare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asertivitate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600"/>
                <a:buFont typeface="Roboto"/>
                <a:buNone/>
              </a:pPr>
              <a:r>
                <a:rPr lang="en-US" sz="16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limite</a:t>
              </a:r>
              <a:endParaRPr/>
            </a:p>
          </p:txBody>
        </p:sp>
      </p:grpSp>
      <p:grpSp>
        <p:nvGrpSpPr>
          <p:cNvPr id="592" name="Google Shape;592;p28"/>
          <p:cNvGrpSpPr/>
          <p:nvPr/>
        </p:nvGrpSpPr>
        <p:grpSpPr>
          <a:xfrm>
            <a:off x="7837102" y="954908"/>
            <a:ext cx="3315845" cy="4948346"/>
            <a:chOff x="-1" y="-1"/>
            <a:chExt cx="3315843" cy="4948344"/>
          </a:xfrm>
        </p:grpSpPr>
        <p:sp>
          <p:nvSpPr>
            <p:cNvPr id="593" name="Google Shape;593;p28"/>
            <p:cNvSpPr/>
            <p:nvPr/>
          </p:nvSpPr>
          <p:spPr>
            <a:xfrm>
              <a:off x="95829" y="-1"/>
              <a:ext cx="3220013" cy="4948344"/>
            </a:xfrm>
            <a:prstGeom prst="rect">
              <a:avLst/>
            </a:prstGeom>
            <a:solidFill>
              <a:srgbClr val="1B786E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28"/>
            <p:cNvSpPr/>
            <p:nvPr/>
          </p:nvSpPr>
          <p:spPr>
            <a:xfrm>
              <a:off x="-1" y="70435"/>
              <a:ext cx="3248085" cy="3023340"/>
            </a:xfrm>
            <a:prstGeom prst="rect">
              <a:avLst/>
            </a:prstGeom>
            <a:solidFill>
              <a:srgbClr val="FFFFFF"/>
            </a:solidFill>
            <a:ln w="19050" cap="flat" cmpd="sng">
              <a:solidFill>
                <a:srgbClr val="1D7E74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28"/>
            <p:cNvSpPr txBox="1"/>
            <p:nvPr/>
          </p:nvSpPr>
          <p:spPr>
            <a:xfrm>
              <a:off x="218711" y="1078454"/>
              <a:ext cx="2878410" cy="19957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2600"/>
                <a:buFont typeface="Roboto"/>
                <a:buNone/>
              </a:pPr>
              <a:r>
                <a:rPr lang="en-US" sz="2600" b="0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CONSTRUIREA DE RESURSE (INTERNE ȘI EXTERNE)</a:t>
              </a:r>
              <a:endParaRPr/>
            </a:p>
          </p:txBody>
        </p:sp>
        <p:sp>
          <p:nvSpPr>
            <p:cNvPr id="596" name="Google Shape;596;p28"/>
            <p:cNvSpPr txBox="1"/>
            <p:nvPr/>
          </p:nvSpPr>
          <p:spPr>
            <a:xfrm>
              <a:off x="183371" y="226847"/>
              <a:ext cx="2878410" cy="10566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1D7E74"/>
                </a:buClr>
                <a:buSzPts val="5300"/>
                <a:buFont typeface="Roboto"/>
                <a:buNone/>
              </a:pPr>
              <a:r>
                <a:rPr lang="en-US" sz="5300" b="1" i="0" u="none" strike="noStrike" cap="none">
                  <a:solidFill>
                    <a:srgbClr val="1D7E74"/>
                  </a:solidFill>
                  <a:latin typeface="Roboto"/>
                  <a:ea typeface="Roboto"/>
                  <a:cs typeface="Roboto"/>
                  <a:sym typeface="Roboto"/>
                </a:rPr>
                <a:t>3</a:t>
              </a:r>
              <a:endParaRPr/>
            </a:p>
          </p:txBody>
        </p:sp>
        <p:sp>
          <p:nvSpPr>
            <p:cNvPr id="597" name="Google Shape;597;p28"/>
            <p:cNvSpPr/>
            <p:nvPr/>
          </p:nvSpPr>
          <p:spPr>
            <a:xfrm rot="5400000">
              <a:off x="1373837" y="2985045"/>
              <a:ext cx="472329" cy="441040"/>
            </a:xfrm>
            <a:prstGeom prst="rightArrow">
              <a:avLst>
                <a:gd name="adj1" fmla="val 34239"/>
                <a:gd name="adj2" fmla="val 57035"/>
              </a:avLst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28"/>
            <p:cNvSpPr txBox="1"/>
            <p:nvPr/>
          </p:nvSpPr>
          <p:spPr>
            <a:xfrm>
              <a:off x="133" y="3506629"/>
              <a:ext cx="3220013" cy="99818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875" tIns="121875" rIns="121875" bIns="121875" anchor="t" anchorCtr="0">
              <a:spAutoFit/>
            </a:bodyPr>
            <a:lstStyle/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abilități personale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suport social</a:t>
              </a:r>
              <a:endParaRPr/>
            </a:p>
            <a:p>
              <a:pPr marL="0" marR="0" lvl="0" indent="60960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500"/>
                <a:buFont typeface="Roboto"/>
                <a:buNone/>
              </a:pPr>
              <a:r>
                <a:rPr lang="en-US" sz="1500" b="0" i="0" u="none" strike="noStrike" cap="none">
                  <a:solidFill>
                    <a:srgbClr val="FFFFFF"/>
                  </a:solidFill>
                  <a:latin typeface="Roboto"/>
                  <a:ea typeface="Roboto"/>
                  <a:cs typeface="Roboto"/>
                  <a:sym typeface="Roboto"/>
                </a:rPr>
                <a:t>pauza</a:t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29"/>
          <p:cNvSpPr txBox="1">
            <a:spLocks noGrp="1"/>
          </p:cNvSpPr>
          <p:nvPr>
            <p:ph type="title"/>
          </p:nvPr>
        </p:nvSpPr>
        <p:spPr>
          <a:xfrm>
            <a:off x="1282961" y="1238078"/>
            <a:ext cx="9849755" cy="1059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3200"/>
              <a:buFont typeface="Maven Pro"/>
              <a:buNone/>
            </a:pPr>
            <a:r>
              <a:rPr lang="en-US" sz="3200"/>
              <a:t>Practici – construirea resurselor</a:t>
            </a:r>
            <a:endParaRPr/>
          </a:p>
        </p:txBody>
      </p:sp>
      <p:sp>
        <p:nvSpPr>
          <p:cNvPr id="604" name="Google Shape;604;p29"/>
          <p:cNvSpPr txBox="1">
            <a:spLocks noGrp="1"/>
          </p:cNvSpPr>
          <p:nvPr>
            <p:ph type="body" idx="1"/>
          </p:nvPr>
        </p:nvSpPr>
        <p:spPr>
          <a:xfrm>
            <a:off x="1289302" y="2425149"/>
            <a:ext cx="9849755" cy="32758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/>
              <a:t>Jurnalul</a:t>
            </a:r>
            <a:r>
              <a:rPr lang="en-US" sz="1700" b="0"/>
              <a:t> într-un cadru potrivit – mediație, reflecție, odihnă.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/>
              <a:t>Poveștile pe care ți le spui/ Limbajul tău mintal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/>
              <a:t>Recunoștința</a:t>
            </a:r>
            <a:r>
              <a:rPr lang="en-US" sz="1700" b="0"/>
              <a:t> zilnică pentru experiențe specifice.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/>
              <a:t>Mici schimbări zilnice </a:t>
            </a:r>
            <a:r>
              <a:rPr lang="en-US" sz="1700" b="0"/>
              <a:t>în acord cu un scop și obiective pe termen lung.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/>
              <a:t>Conversații cu sens </a:t>
            </a:r>
            <a:r>
              <a:rPr lang="en-US" sz="1700" b="0"/>
              <a:t>în ciuda disconfortului.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/>
              <a:t>Observarea momentelor de </a:t>
            </a:r>
            <a:r>
              <a:rPr lang="en-US" sz="1700" b="1"/>
              <a:t>reactivitate și defensivitate</a:t>
            </a:r>
            <a:r>
              <a:rPr lang="en-US" sz="2000"/>
              <a:t>. 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/>
              <a:t>Practica </a:t>
            </a:r>
            <a:r>
              <a:rPr lang="en-US" sz="1700" b="1"/>
              <a:t>prezenței. </a:t>
            </a:r>
            <a:endParaRPr b="1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000"/>
              <a:buChar char="●"/>
            </a:pPr>
            <a:r>
              <a:rPr lang="en-US" sz="2000" b="1"/>
              <a:t>Lectura: Cum să-ți reinventezi viață. </a:t>
            </a:r>
            <a:r>
              <a:rPr lang="en-US" sz="1700" b="0"/>
              <a:t>Jefferey Young. Editura Trei. </a:t>
            </a:r>
            <a:endParaRPr/>
          </a:p>
        </p:txBody>
      </p:sp>
      <p:pic>
        <p:nvPicPr>
          <p:cNvPr id="605" name="Google Shape;605;p29" descr="Google Shape;616;p51"/>
          <p:cNvPicPr preferRelativeResize="0"/>
          <p:nvPr/>
        </p:nvPicPr>
        <p:blipFill rotWithShape="1">
          <a:blip r:embed="rId3">
            <a:alphaModFix amt="16000"/>
          </a:blip>
          <a:srcRect l="47099" t="30186"/>
          <a:stretch/>
        </p:blipFill>
        <p:spPr>
          <a:xfrm>
            <a:off x="0" y="-138025"/>
            <a:ext cx="12192000" cy="7310025"/>
          </a:xfrm>
          <a:prstGeom prst="rect">
            <a:avLst/>
          </a:prstGeom>
          <a:noFill/>
          <a:ln>
            <a:noFill/>
          </a:ln>
          <a:effectLst>
            <a:outerShdw blurRad="63500" dist="19050" dir="5400000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30"/>
          <p:cNvSpPr/>
          <p:nvPr/>
        </p:nvSpPr>
        <p:spPr>
          <a:xfrm>
            <a:off x="-2" y="-1"/>
            <a:ext cx="12192001" cy="68573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11" name="Google Shape;611;p30"/>
          <p:cNvGrpSpPr/>
          <p:nvPr/>
        </p:nvGrpSpPr>
        <p:grpSpPr>
          <a:xfrm>
            <a:off x="1" y="1216595"/>
            <a:ext cx="731526" cy="673464"/>
            <a:chOff x="0" y="0"/>
            <a:chExt cx="731524" cy="673462"/>
          </a:xfrm>
        </p:grpSpPr>
        <p:sp>
          <p:nvSpPr>
            <p:cNvPr id="612" name="Google Shape;612;p30"/>
            <p:cNvSpPr/>
            <p:nvPr/>
          </p:nvSpPr>
          <p:spPr>
            <a:xfrm>
              <a:off x="0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30"/>
            <p:cNvSpPr/>
            <p:nvPr/>
          </p:nvSpPr>
          <p:spPr>
            <a:xfrm>
              <a:off x="267833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30"/>
            <p:cNvSpPr/>
            <p:nvPr/>
          </p:nvSpPr>
          <p:spPr>
            <a:xfrm>
              <a:off x="535667" y="0"/>
              <a:ext cx="195857" cy="67346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400"/>
                <a:buFont typeface="Calibri"/>
                <a:buNone/>
              </a:pPr>
              <a:endParaRPr sz="1400" b="0" i="0" u="none" strike="noStrike" cap="none">
                <a:solidFill>
                  <a:srgbClr val="C0791B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5" name="Google Shape;615;p30"/>
          <p:cNvSpPr/>
          <p:nvPr/>
        </p:nvSpPr>
        <p:spPr>
          <a:xfrm>
            <a:off x="640079" y="613953"/>
            <a:ext cx="10907487" cy="1894117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139700" dist="127000" dir="5400000" rotWithShape="0">
              <a:srgbClr val="000000">
                <a:alpha val="14509"/>
              </a:srgb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6" name="Google Shape;616;p30"/>
          <p:cNvSpPr txBox="1">
            <a:spLocks noGrp="1"/>
          </p:cNvSpPr>
          <p:nvPr>
            <p:ph type="title"/>
          </p:nvPr>
        </p:nvSpPr>
        <p:spPr>
          <a:xfrm>
            <a:off x="1043629" y="809896"/>
            <a:ext cx="9942719" cy="1554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Calibri"/>
              <a:buNone/>
            </a:pPr>
            <a:r>
              <a:rPr lang="en-US" sz="32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Cărți practice- pentru forța să ne luăm în stăpânire propria lume interioară.</a:t>
            </a:r>
            <a:endParaRPr sz="32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7" name="Google Shape;617;p30"/>
          <p:cNvCxnSpPr/>
          <p:nvPr/>
        </p:nvCxnSpPr>
        <p:spPr>
          <a:xfrm rot="10800000">
            <a:off x="838198" y="6485313"/>
            <a:ext cx="10515602" cy="1"/>
          </a:xfrm>
          <a:prstGeom prst="straightConnector1">
            <a:avLst/>
          </a:prstGeom>
          <a:noFill/>
          <a:ln w="57150" cap="flat" cmpd="sng">
            <a:solidFill>
              <a:schemeClr val="accent4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618" name="Google Shape;618;p30" descr="Google Shape;629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31530" y="2619323"/>
            <a:ext cx="3164478" cy="3164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19" name="Google Shape;619;p30" descr="Google Shape;630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049007" y="2619325"/>
            <a:ext cx="2054817" cy="316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620" name="Google Shape;620;p30" descr="Google Shape;631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15103" y="2619325"/>
            <a:ext cx="2235497" cy="3164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21" name="Google Shape;621;p30" descr="Map&#10;&#10;Description automatically generated"/>
          <p:cNvPicPr preferRelativeResize="0"/>
          <p:nvPr/>
        </p:nvPicPr>
        <p:blipFill rotWithShape="1">
          <a:blip r:embed="rId6">
            <a:alphaModFix/>
          </a:blip>
          <a:srcRect r="-3" b="16089"/>
          <a:stretch/>
        </p:blipFill>
        <p:spPr>
          <a:xfrm>
            <a:off x="9243339" y="2619323"/>
            <a:ext cx="2535547" cy="32234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1" cy="14508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675" tIns="45675" rIns="45675" bIns="45675" anchor="b" anchorCtr="0">
            <a:norm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Times New Roman"/>
              <a:buNone/>
            </a:pPr>
            <a:r>
              <a:rPr lang="en-US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Resurse utile – </a:t>
            </a:r>
            <a:r>
              <a:rPr lang="en-US" u="sng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www.paxonline.net</a:t>
            </a:r>
            <a:endParaRPr u="sng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7" name="Google Shape;627;p33"/>
          <p:cNvSpPr txBox="1">
            <a:spLocks noGrp="1"/>
          </p:cNvSpPr>
          <p:nvPr>
            <p:ph type="body" idx="1"/>
          </p:nvPr>
        </p:nvSpPr>
        <p:spPr>
          <a:xfrm>
            <a:off x="1097280" y="5862002"/>
            <a:ext cx="1846" cy="52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 fontScale="25000" lnSpcReduction="20000"/>
          </a:bodyPr>
          <a:lstStyle/>
          <a:p>
            <a:pPr marL="4572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Font typeface="Noto Sans Symbols"/>
              <a:buNone/>
            </a:pPr>
            <a:endParaRPr/>
          </a:p>
        </p:txBody>
      </p:sp>
      <p:sp>
        <p:nvSpPr>
          <p:cNvPr id="628" name="Google Shape;628;p33"/>
          <p:cNvSpPr txBox="1"/>
          <p:nvPr/>
        </p:nvSpPr>
        <p:spPr>
          <a:xfrm>
            <a:off x="1166973" y="1890775"/>
            <a:ext cx="9566394" cy="373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0791B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079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Evaluare inițială gratuită a anxietății</a:t>
            </a:r>
            <a:endParaRPr sz="2400" b="0" i="0" u="none" strike="noStrike" cap="none">
              <a:solidFill>
                <a:srgbClr val="C0791B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791B"/>
              </a:buClr>
              <a:buSzPts val="2400"/>
              <a:buFont typeface="Times New Roman"/>
              <a:buNone/>
            </a:pPr>
            <a:r>
              <a:rPr lang="en-US" sz="2400" b="0" i="0" u="none" strike="noStrike" cap="none">
                <a:solidFill>
                  <a:srgbClr val="C0791B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- Module de intervenție (self-help)</a:t>
            </a:r>
            <a:endParaRPr/>
          </a:p>
        </p:txBody>
      </p:sp>
      <p:pic>
        <p:nvPicPr>
          <p:cNvPr id="629" name="Google Shape;629;p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076646" y="2037718"/>
            <a:ext cx="7747048" cy="27825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mentum">
  <a:themeElements>
    <a:clrScheme name="Momentum">
      <a:dk1>
        <a:srgbClr val="C0791B"/>
      </a:dk1>
      <a:lt1>
        <a:srgbClr val="C0791B"/>
      </a:lt1>
      <a:dk2>
        <a:srgbClr val="A7A7A7"/>
      </a:dk2>
      <a:lt2>
        <a:srgbClr val="53535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mentum">
  <a:themeElements>
    <a:clrScheme name="Momentu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te a new document." ma:contentTypeScope="" ma:versionID="13940d62259c4656a5388feadf40f966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cbe209dc082bf0fc5ac081fd016787e0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8B8BB2-657E-48DF-B7E5-88461227F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5974E7-EE16-4555-9CB7-4E850D5702D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A63EE21-A85E-40BD-B427-354585731644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30</Slides>
  <Notes>30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1" baseType="lpstr">
      <vt:lpstr>Momentum</vt:lpstr>
      <vt:lpstr>CURS STRES SI MANAGEMENTUL STRESULUI</vt:lpstr>
      <vt:lpstr>Nu contează ce face viața cu noi, ci ceea ce facem noi din ceea ce a făcut   viața cu noi…  (J.P.Sartre)</vt:lpstr>
      <vt:lpstr>PowerPoint Presentation</vt:lpstr>
      <vt:lpstr>Stres și reziliență </vt:lpstr>
      <vt:lpstr>Stresul şi controlul stresului </vt:lpstr>
      <vt:lpstr>incontrolabilitate + impredictibilitate + resurse limitate                                            = stres </vt:lpstr>
      <vt:lpstr>  </vt:lpstr>
      <vt:lpstr>Cum arată scenariile și planurile de acțiune în cazul persoanelor care suferă de dificultăți emoționale?</vt:lpstr>
      <vt:lpstr>PowerPoint Presentation</vt:lpstr>
      <vt:lpstr>PowerPoint Presentation</vt:lpstr>
      <vt:lpstr>PowerPoint Presentation</vt:lpstr>
      <vt:lpstr>PowerPoint Presentation</vt:lpstr>
      <vt:lpstr>Premise - Managementul stresului</vt:lpstr>
      <vt:lpstr>PowerPoint Presentation</vt:lpstr>
      <vt:lpstr>Modificarea percepției/cognitiilor </vt:lpstr>
      <vt:lpstr>Despre noi și personalitatea noastră  </vt:lpstr>
      <vt:lpstr>PowerPoint Presentation</vt:lpstr>
      <vt:lpstr>Erori în gândire= întrețin stresul</vt:lpstr>
      <vt:lpstr>Modificarea percepției asupra stresorilor</vt:lpstr>
      <vt:lpstr>PowerPoint Presentation</vt:lpstr>
      <vt:lpstr>PowerPoint Presentation</vt:lpstr>
      <vt:lpstr>PowerPoint Presentation</vt:lpstr>
      <vt:lpstr>Dezvoltare de abilități- managementul timpului</vt:lpstr>
      <vt:lpstr>Big rocks- aplicație?</vt:lpstr>
      <vt:lpstr>Managementul timpului = managementul impulsurilor emoționale </vt:lpstr>
      <vt:lpstr>PowerPoint Presentation</vt:lpstr>
      <vt:lpstr>PowerPoint Presentation</vt:lpstr>
      <vt:lpstr>Practici – construirea resurselor</vt:lpstr>
      <vt:lpstr>Cărți practice- pentru forța să ne luăm în stăpânire propria lume interioară.</vt:lpstr>
      <vt:lpstr>Resurse utile – www.paxonline.net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</cp:revision>
  <dcterms:modified xsi:type="dcterms:W3CDTF">2025-12-06T11:17:18Z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