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72" r:id="rId8"/>
    <p:sldId id="266" r:id="rId9"/>
    <p:sldId id="264" r:id="rId10"/>
    <p:sldId id="273" r:id="rId11"/>
    <p:sldId id="274" r:id="rId12"/>
    <p:sldId id="275" r:id="rId13"/>
    <p:sldId id="271" r:id="rId14"/>
    <p:sldId id="276" r:id="rId15"/>
  </p:sldIdLst>
  <p:sldSz cx="18288000" cy="10287000"/>
  <p:notesSz cx="6858000" cy="9144000"/>
  <p:embeddedFontLst>
    <p:embeddedFont>
      <p:font typeface="Carelia" panose="020B0604020202020204" charset="0"/>
      <p:regular r:id="rId16"/>
    </p:embeddedFont>
    <p:embeddedFont>
      <p:font typeface="Dosis" pitchFamily="2" charset="0"/>
      <p:regular r:id="rId17"/>
      <p:bold r:id="rId18"/>
    </p:embeddedFont>
    <p:embeddedFont>
      <p:font typeface="Dosis Bold" charset="0"/>
      <p:regular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sv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11" Type="http://schemas.openxmlformats.org/officeDocument/2006/relationships/hyperlink" Target="https://forms.office.com/e/aGmwGag6XX" TargetMode="External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11" Type="http://schemas.openxmlformats.org/officeDocument/2006/relationships/hyperlink" Target="https://forms.office.com/e/aGmwGag6XX" TargetMode="External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1844" y="3844264"/>
            <a:ext cx="12212547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ro-RO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Curs și </a:t>
            </a:r>
            <a:r>
              <a:rPr lang="en-US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Seminar </a:t>
            </a: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Psihologia</a:t>
            </a:r>
            <a:r>
              <a:rPr lang="en-US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Educației</a:t>
            </a:r>
            <a:endParaRPr lang="en-US" sz="6000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</a:t>
            </a: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-US" sz="3594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Miheș</a:t>
            </a: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Mihai</a:t>
            </a:r>
          </a:p>
          <a:p>
            <a:pPr algn="ctr">
              <a:lnSpc>
                <a:spcPts val="5032"/>
              </a:lnSpc>
            </a:pP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80345" y="5787755"/>
            <a:ext cx="1085001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ro-RO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Emoțiile</a:t>
            </a:r>
            <a:endParaRPr lang="en-US" sz="6000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33357" y="1295830"/>
            <a:ext cx="15300654" cy="8991170"/>
            <a:chOff x="0" y="0"/>
            <a:chExt cx="4029802" cy="23680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9802" cy="2368045"/>
            </a:xfrm>
            <a:custGeom>
              <a:avLst/>
              <a:gdLst/>
              <a:ahLst/>
              <a:cxnLst/>
              <a:rect l="l" t="t" r="r" b="b"/>
              <a:pathLst>
                <a:path w="4029802" h="2368045">
                  <a:moveTo>
                    <a:pt x="0" y="0"/>
                  </a:moveTo>
                  <a:lnTo>
                    <a:pt x="4029802" y="0"/>
                  </a:lnTo>
                  <a:lnTo>
                    <a:pt x="4029802" y="2368045"/>
                  </a:lnTo>
                  <a:lnTo>
                    <a:pt x="0" y="2368045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029802" cy="2415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25720" y="1078239"/>
            <a:ext cx="15433580" cy="9087440"/>
            <a:chOff x="0" y="0"/>
            <a:chExt cx="4064811" cy="2393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4811" cy="2393400"/>
            </a:xfrm>
            <a:custGeom>
              <a:avLst/>
              <a:gdLst/>
              <a:ahLst/>
              <a:cxnLst/>
              <a:rect l="l" t="t" r="r" b="b"/>
              <a:pathLst>
                <a:path w="4064811" h="2393400">
                  <a:moveTo>
                    <a:pt x="5518" y="0"/>
                  </a:moveTo>
                  <a:lnTo>
                    <a:pt x="4059293" y="0"/>
                  </a:lnTo>
                  <a:cubicBezTo>
                    <a:pt x="4060757" y="0"/>
                    <a:pt x="4062160" y="581"/>
                    <a:pt x="4063195" y="1616"/>
                  </a:cubicBezTo>
                  <a:cubicBezTo>
                    <a:pt x="4064230" y="2651"/>
                    <a:pt x="4064811" y="4054"/>
                    <a:pt x="4064811" y="5518"/>
                  </a:cubicBezTo>
                  <a:lnTo>
                    <a:pt x="4064811" y="2387882"/>
                  </a:lnTo>
                  <a:cubicBezTo>
                    <a:pt x="4064811" y="2389345"/>
                    <a:pt x="4064230" y="2390749"/>
                    <a:pt x="4063195" y="2391784"/>
                  </a:cubicBezTo>
                  <a:cubicBezTo>
                    <a:pt x="4062160" y="2392818"/>
                    <a:pt x="4060757" y="2393400"/>
                    <a:pt x="4059293" y="2393400"/>
                  </a:cubicBezTo>
                  <a:lnTo>
                    <a:pt x="5518" y="2393400"/>
                  </a:lnTo>
                  <a:cubicBezTo>
                    <a:pt x="4054" y="2393400"/>
                    <a:pt x="2651" y="2392818"/>
                    <a:pt x="1616" y="2391784"/>
                  </a:cubicBezTo>
                  <a:cubicBezTo>
                    <a:pt x="581" y="2390749"/>
                    <a:pt x="0" y="2389345"/>
                    <a:pt x="0" y="2387882"/>
                  </a:cubicBezTo>
                  <a:lnTo>
                    <a:pt x="0" y="5518"/>
                  </a:lnTo>
                  <a:cubicBezTo>
                    <a:pt x="0" y="4054"/>
                    <a:pt x="581" y="2651"/>
                    <a:pt x="1616" y="1616"/>
                  </a:cubicBezTo>
                  <a:cubicBezTo>
                    <a:pt x="2651" y="581"/>
                    <a:pt x="4054" y="0"/>
                    <a:pt x="55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4811" cy="244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974403" y="822411"/>
            <a:ext cx="3667332" cy="946839"/>
          </a:xfrm>
          <a:custGeom>
            <a:avLst/>
            <a:gdLst/>
            <a:ahLst/>
            <a:cxnLst/>
            <a:rect l="l" t="t" r="r" b="b"/>
            <a:pathLst>
              <a:path w="3667332" h="946839">
                <a:moveTo>
                  <a:pt x="0" y="0"/>
                </a:moveTo>
                <a:lnTo>
                  <a:pt x="3667332" y="0"/>
                </a:lnTo>
                <a:lnTo>
                  <a:pt x="3667332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332393" y="-123825"/>
            <a:ext cx="5623213" cy="108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Emoția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3258" y="2204379"/>
            <a:ext cx="13284432" cy="278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Emoțiile pot activa și direcționa comportamentul în aceeași manieră în care o fac și motivele primare.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Emoțiile -&gt;factori externi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Motivele -&gt;factori interni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3258" y="5427004"/>
            <a:ext cx="13284432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i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Apar </a:t>
            </a:r>
            <a:r>
              <a:rPr lang="en-US" sz="3999" i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separat</a:t>
            </a:r>
            <a:r>
              <a:rPr lang="en-US" sz="3999" i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i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acestea</a:t>
            </a:r>
            <a:r>
              <a:rPr lang="en-US" sz="3999" i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63258" y="6535079"/>
            <a:ext cx="1430416" cy="6699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Motive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0549" y="7643154"/>
            <a:ext cx="1453125" cy="669925"/>
          </a:xfrm>
          <a:prstGeom prst="rect">
            <a:avLst/>
          </a:prstGeom>
          <a:solidFill>
            <a:srgbClr val="FF434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963022" y="6535079"/>
            <a:ext cx="1430416" cy="6699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Nevoi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963022" y="7643154"/>
            <a:ext cx="4927578" cy="669925"/>
          </a:xfrm>
          <a:prstGeom prst="rect">
            <a:avLst/>
          </a:prstGeom>
          <a:solidFill>
            <a:srgbClr val="FF434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 multi</a:t>
            </a:r>
            <a:r>
              <a:rPr lang="ro-RO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t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</a:t>
            </a:r>
            <a:r>
              <a:rPr lang="ro-RO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ine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stimuli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993674" y="6903379"/>
            <a:ext cx="1969349" cy="0"/>
          </a:xfrm>
          <a:prstGeom prst="line">
            <a:avLst/>
          </a:prstGeom>
          <a:ln w="85725" cap="flat">
            <a:solidFill>
              <a:srgbClr val="106585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AutoShape 18"/>
          <p:cNvSpPr/>
          <p:nvPr/>
        </p:nvSpPr>
        <p:spPr>
          <a:xfrm>
            <a:off x="3993674" y="8011454"/>
            <a:ext cx="1969349" cy="0"/>
          </a:xfrm>
          <a:prstGeom prst="line">
            <a:avLst/>
          </a:prstGeom>
          <a:ln w="85725" cap="flat">
            <a:solidFill>
              <a:srgbClr val="E28B7A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9" name="TextBox 19"/>
          <p:cNvSpPr txBox="1"/>
          <p:nvPr/>
        </p:nvSpPr>
        <p:spPr>
          <a:xfrm>
            <a:off x="2501783" y="8890000"/>
            <a:ext cx="8139951" cy="65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Există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excepții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 Care </a:t>
            </a: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ar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fi </a:t>
            </a: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acestea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animBg="1"/>
      <p:bldP spid="16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73208" y="2725793"/>
            <a:ext cx="3320006" cy="5572849"/>
            <a:chOff x="0" y="0"/>
            <a:chExt cx="1415529" cy="2376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81266" y="2902296"/>
            <a:ext cx="2903889" cy="2903889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25015" r="-2501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647867" y="2725793"/>
            <a:ext cx="3320006" cy="5572849"/>
            <a:chOff x="0" y="0"/>
            <a:chExt cx="1415529" cy="2376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55926" y="2902296"/>
            <a:ext cx="2903889" cy="290388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25061" r="-2506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321327" y="2781549"/>
            <a:ext cx="3320006" cy="5572849"/>
            <a:chOff x="0" y="0"/>
            <a:chExt cx="1415529" cy="23760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9385" y="2958052"/>
            <a:ext cx="2903889" cy="2903889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l="-25015" r="-2501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994787" y="2725793"/>
            <a:ext cx="3320006" cy="5572849"/>
            <a:chOff x="0" y="0"/>
            <a:chExt cx="1415529" cy="23760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202845" y="2902296"/>
            <a:ext cx="2903889" cy="2903889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t="-24985" b="-24985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4957345" y="6744287"/>
            <a:ext cx="6266893" cy="4307065"/>
          </a:xfrm>
          <a:custGeom>
            <a:avLst/>
            <a:gdLst/>
            <a:ahLst/>
            <a:cxnLst/>
            <a:rect l="l" t="t" r="r" b="b"/>
            <a:pathLst>
              <a:path w="6266893" h="4307065">
                <a:moveTo>
                  <a:pt x="0" y="0"/>
                </a:moveTo>
                <a:lnTo>
                  <a:pt x="6266894" y="0"/>
                </a:lnTo>
                <a:lnTo>
                  <a:pt x="6266894" y="4307064"/>
                </a:lnTo>
                <a:lnTo>
                  <a:pt x="0" y="4307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2023959" y="6897975"/>
            <a:ext cx="4793068" cy="3485868"/>
          </a:xfrm>
          <a:custGeom>
            <a:avLst/>
            <a:gdLst/>
            <a:ahLst/>
            <a:cxnLst/>
            <a:rect l="l" t="t" r="r" b="b"/>
            <a:pathLst>
              <a:path w="4793068" h="3485868">
                <a:moveTo>
                  <a:pt x="0" y="0"/>
                </a:moveTo>
                <a:lnTo>
                  <a:pt x="4793068" y="0"/>
                </a:lnTo>
                <a:lnTo>
                  <a:pt x="4793068" y="3485868"/>
                </a:lnTo>
                <a:lnTo>
                  <a:pt x="0" y="34858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871823" y="6177396"/>
            <a:ext cx="3522775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Reacția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organismului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647867" y="5986266"/>
            <a:ext cx="3111947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Setul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gânduri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credințe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649138" y="6338691"/>
            <a:ext cx="2784136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Expresia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facială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046660" y="5986266"/>
            <a:ext cx="3216260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Reacții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legate de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experimentarea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emoției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973208" y="754118"/>
            <a:ext cx="1490249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Componentele Emoțiilor</a:t>
            </a:r>
          </a:p>
        </p:txBody>
      </p:sp>
    </p:spTree>
  </p:cSld>
  <p:clrMapOvr>
    <a:masterClrMapping/>
  </p:clrMapOvr>
  <p:transition spd="slow"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8968" y="1878811"/>
            <a:ext cx="14650064" cy="7379489"/>
            <a:chOff x="0" y="0"/>
            <a:chExt cx="4491524" cy="22624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6923" y="709454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90" y="0"/>
                </a:lnTo>
                <a:lnTo>
                  <a:pt x="3584090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437982">
            <a:off x="14323702" y="511342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1" y="0"/>
                </a:lnTo>
                <a:lnTo>
                  <a:pt x="3160431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22223" y="2506411"/>
            <a:ext cx="12443555" cy="92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31"/>
              </a:lnSpc>
              <a:spcBef>
                <a:spcPct val="0"/>
              </a:spcBef>
            </a:pPr>
            <a:r>
              <a:rPr lang="en-US" sz="5379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Activarea fiziologică și emoția</a:t>
            </a:r>
          </a:p>
        </p:txBody>
      </p:sp>
      <p:sp>
        <p:nvSpPr>
          <p:cNvPr id="9" name="AutoShape 9"/>
          <p:cNvSpPr/>
          <p:nvPr/>
        </p:nvSpPr>
        <p:spPr>
          <a:xfrm>
            <a:off x="6839980" y="3727327"/>
            <a:ext cx="0" cy="45542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742211" y="3727327"/>
            <a:ext cx="0" cy="45542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270512" y="4634765"/>
            <a:ext cx="4272418" cy="375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7"/>
              </a:lnSpc>
            </a:pP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Majoritatea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schimbărilor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fiz</a:t>
            </a:r>
            <a:r>
              <a:rPr lang="ro-RO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ologice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care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intervin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cursul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activării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emoționale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sunt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rezultatul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activării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rețelei</a:t>
            </a:r>
            <a:r>
              <a:rPr lang="en-US" sz="2633" b="1" dirty="0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simpatice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sistemului</a:t>
            </a:r>
            <a:r>
              <a:rPr lang="en-US" sz="2633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vegetativ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care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pregătește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organismul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pentru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situații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periculoase</a:t>
            </a:r>
            <a:endParaRPr lang="en-US" sz="2633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270512" y="3752885"/>
            <a:ext cx="4167278" cy="596130"/>
            <a:chOff x="0" y="0"/>
            <a:chExt cx="1008606" cy="1442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8606" cy="144281"/>
            </a:xfrm>
            <a:custGeom>
              <a:avLst/>
              <a:gdLst/>
              <a:ahLst/>
              <a:cxnLst/>
              <a:rect l="l" t="t" r="r" b="b"/>
              <a:pathLst>
                <a:path w="1008606" h="144281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29419"/>
                  </a:lnTo>
                  <a:cubicBezTo>
                    <a:pt x="1008606" y="133361"/>
                    <a:pt x="1007040" y="137141"/>
                    <a:pt x="1004253" y="139928"/>
                  </a:cubicBezTo>
                  <a:cubicBezTo>
                    <a:pt x="1001466" y="142716"/>
                    <a:pt x="997686" y="144281"/>
                    <a:pt x="993744" y="144281"/>
                  </a:cubicBezTo>
                  <a:lnTo>
                    <a:pt x="14862" y="144281"/>
                  </a:lnTo>
                  <a:cubicBezTo>
                    <a:pt x="10921" y="144281"/>
                    <a:pt x="7140" y="142716"/>
                    <a:pt x="4353" y="139928"/>
                  </a:cubicBezTo>
                  <a:cubicBezTo>
                    <a:pt x="1566" y="137141"/>
                    <a:pt x="0" y="133361"/>
                    <a:pt x="0" y="129419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08606" cy="191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1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376585" y="5070509"/>
            <a:ext cx="3829021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 la </a:t>
            </a:r>
            <a:r>
              <a:rPr lang="en-US" sz="4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sistem</a:t>
            </a:r>
            <a:r>
              <a:rPr lang="en-US" sz="4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4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simpatic</a:t>
            </a:r>
            <a:r>
              <a:rPr lang="en-US" sz="4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-&gt;  </a:t>
            </a:r>
            <a:r>
              <a:rPr lang="en-US" sz="4000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sistem</a:t>
            </a:r>
            <a:r>
              <a:rPr lang="en-US" sz="4000" b="1" dirty="0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 </a:t>
            </a:r>
            <a:r>
              <a:rPr lang="en-US" sz="4000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parasimpatic</a:t>
            </a:r>
            <a:endParaRPr lang="en-US" sz="4000" b="1" dirty="0">
              <a:solidFill>
                <a:srgbClr val="01070A"/>
              </a:solidFill>
              <a:latin typeface="Dosis Bold"/>
              <a:ea typeface="Dosis Bold"/>
              <a:cs typeface="Dosis Bold"/>
              <a:sym typeface="Dosis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7146987" y="3727327"/>
            <a:ext cx="4167278" cy="647248"/>
            <a:chOff x="0" y="0"/>
            <a:chExt cx="1008606" cy="1566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8606" cy="156653"/>
            </a:xfrm>
            <a:custGeom>
              <a:avLst/>
              <a:gdLst/>
              <a:ahLst/>
              <a:cxnLst/>
              <a:rect l="l" t="t" r="r" b="b"/>
              <a:pathLst>
                <a:path w="1008606" h="156653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74334" y="5195624"/>
            <a:ext cx="4393424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Activarea</a:t>
            </a:r>
            <a:r>
              <a:rPr lang="en-US" sz="4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4000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hipotalamusului</a:t>
            </a:r>
            <a:r>
              <a:rPr lang="en-US" sz="4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4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4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 a </a:t>
            </a:r>
            <a:r>
              <a:rPr lang="en-US" sz="4000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sistemului</a:t>
            </a:r>
            <a:r>
              <a:rPr lang="en-US" sz="4000" b="1" dirty="0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 limbic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874334" y="3752885"/>
            <a:ext cx="4167278" cy="647248"/>
            <a:chOff x="0" y="0"/>
            <a:chExt cx="1008606" cy="1566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8606" cy="156653"/>
            </a:xfrm>
            <a:custGeom>
              <a:avLst/>
              <a:gdLst/>
              <a:ahLst/>
              <a:cxnLst/>
              <a:rect l="l" t="t" r="r" b="b"/>
              <a:pathLst>
                <a:path w="1008606" h="156653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1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04885" y="188801"/>
            <a:ext cx="11843995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Sistemul nervos simpatic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79710" y="1915995"/>
            <a:ext cx="11154457" cy="701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Este responsabil pentru: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Creșterea tensiunii arteriale și a ritmului cardiac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Accelerarea respirației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Dilatarea pupilei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Intensificarea respirației și diminuarea secrețiilor salivare și mucoase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Creșterea concentrației de zahăr din sânge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Coagularea sangvină mai rapidă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Diminuarea motilității tranctului gastro-intestinal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Oripilație (piele de gâină)</a:t>
            </a:r>
          </a:p>
        </p:txBody>
      </p:sp>
    </p:spTree>
  </p:cSld>
  <p:clrMapOvr>
    <a:masterClrMapping/>
  </p:clrMapOvr>
  <p:transition spd="slow"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21443" y="933053"/>
            <a:ext cx="12705720" cy="8334250"/>
            <a:chOff x="0" y="0"/>
            <a:chExt cx="3895412" cy="255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95412" cy="2555175"/>
            </a:xfrm>
            <a:custGeom>
              <a:avLst/>
              <a:gdLst/>
              <a:ahLst/>
              <a:cxnLst/>
              <a:rect l="l" t="t" r="r" b="b"/>
              <a:pathLst>
                <a:path w="3895412" h="2555175">
                  <a:moveTo>
                    <a:pt x="6703" y="0"/>
                  </a:moveTo>
                  <a:lnTo>
                    <a:pt x="3888710" y="0"/>
                  </a:lnTo>
                  <a:cubicBezTo>
                    <a:pt x="3892411" y="0"/>
                    <a:pt x="3895412" y="3001"/>
                    <a:pt x="3895412" y="6703"/>
                  </a:cubicBezTo>
                  <a:lnTo>
                    <a:pt x="3895412" y="2548473"/>
                  </a:lnTo>
                  <a:cubicBezTo>
                    <a:pt x="3895412" y="2550250"/>
                    <a:pt x="3894706" y="2551955"/>
                    <a:pt x="3893449" y="2553212"/>
                  </a:cubicBezTo>
                  <a:cubicBezTo>
                    <a:pt x="3892192" y="2554469"/>
                    <a:pt x="3890487" y="2555175"/>
                    <a:pt x="3888710" y="2555175"/>
                  </a:cubicBezTo>
                  <a:lnTo>
                    <a:pt x="6703" y="2555175"/>
                  </a:lnTo>
                  <a:cubicBezTo>
                    <a:pt x="4925" y="2555175"/>
                    <a:pt x="3220" y="2554469"/>
                    <a:pt x="1963" y="2553212"/>
                  </a:cubicBezTo>
                  <a:cubicBezTo>
                    <a:pt x="706" y="2551955"/>
                    <a:pt x="0" y="2550250"/>
                    <a:pt x="0" y="2548473"/>
                  </a:cubicBezTo>
                  <a:lnTo>
                    <a:pt x="0" y="6703"/>
                  </a:lnTo>
                  <a:cubicBezTo>
                    <a:pt x="0" y="4925"/>
                    <a:pt x="706" y="3220"/>
                    <a:pt x="1963" y="1963"/>
                  </a:cubicBezTo>
                  <a:cubicBezTo>
                    <a:pt x="3220" y="706"/>
                    <a:pt x="4925" y="0"/>
                    <a:pt x="670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895412" cy="260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8043" y="1305337"/>
            <a:ext cx="8894674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Expresia</a:t>
            </a:r>
            <a:r>
              <a:rPr lang="en-US" sz="6332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332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și</a:t>
            </a:r>
            <a:r>
              <a:rPr lang="en-US" sz="6332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332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Emoția</a:t>
            </a:r>
            <a:endParaRPr lang="en-US" sz="6332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447645" y="2637355"/>
            <a:ext cx="962507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Expresii</a:t>
            </a:r>
            <a:r>
              <a:rPr lang="en-US" sz="3000" b="1" dirty="0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 </a:t>
            </a:r>
            <a:r>
              <a:rPr lang="en-US" sz="3000" b="1" dirty="0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Universale</a:t>
            </a:r>
            <a:endParaRPr lang="en-US" sz="3000" b="1" dirty="0">
              <a:solidFill>
                <a:srgbClr val="01070A"/>
              </a:solidFill>
              <a:latin typeface="Dosis Bold"/>
              <a:ea typeface="Dosis Bold"/>
              <a:cs typeface="Dosis Bold"/>
              <a:sym typeface="Dosis Bold"/>
            </a:endParaRP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01070A"/>
              </a:solidFill>
              <a:latin typeface="Dosis Bold"/>
              <a:ea typeface="Dosis Bold"/>
              <a:cs typeface="Dosis Bold"/>
              <a:sym typeface="Dosis Bold"/>
            </a:endParaRPr>
          </a:p>
          <a:p>
            <a:pPr algn="l">
              <a:lnSpc>
                <a:spcPts val="4200"/>
              </a:lnSpc>
            </a:pPr>
            <a:r>
              <a:rPr lang="en-US" sz="3000" u="none" strike="noStrike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Ipoteza</a:t>
            </a:r>
            <a:r>
              <a:rPr lang="en-US" sz="3000" u="none" strike="noStrike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Feedback-</a:t>
            </a:r>
            <a:r>
              <a:rPr lang="en-US" sz="3000" u="none" strike="noStrike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ului</a:t>
            </a:r>
            <a:r>
              <a:rPr lang="en-US" sz="3000" u="none" strike="noStrike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Facial (Tomkins, 1962)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47645" y="5033503"/>
            <a:ext cx="898922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u="sng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Contează</a:t>
            </a:r>
            <a:r>
              <a:rPr lang="en-US" sz="3999" u="sng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cum ne </a:t>
            </a:r>
            <a:r>
              <a:rPr lang="en-US" sz="3999" u="sng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prezentăm</a:t>
            </a:r>
            <a:r>
              <a:rPr lang="en-US" sz="3999" u="sng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u="sng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3999" u="sng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u="sng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fața</a:t>
            </a:r>
            <a:r>
              <a:rPr lang="en-US" sz="3999" u="sng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u="sng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celorlalți</a:t>
            </a:r>
            <a:r>
              <a:rPr lang="en-US" sz="3999" u="sng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D36F-3FE7-BB7A-DD09-C9390499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C764AB-1389-41C0-E88A-6D6C3BE50F4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03E527-780C-984C-D38E-86C8668C444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C6EB66-F450-496F-53F8-F53B19043F94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36D5E1-27B1-3869-2E89-3293860F6595}"/>
                </a:ext>
              </a:extLst>
            </p:cNvPr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TextBox 11">
            <a:extLst>
              <a:ext uri="{FF2B5EF4-FFF2-40B4-BE49-F238E27FC236}">
                <a16:creationId xmlns:a16="http://schemas.microsoft.com/office/drawing/2014/main" id="{797D247F-A08B-6801-78C0-23E7E1454947}"/>
              </a:ext>
            </a:extLst>
          </p:cNvPr>
          <p:cNvSpPr txBox="1"/>
          <p:nvPr/>
        </p:nvSpPr>
        <p:spPr>
          <a:xfrm>
            <a:off x="4945987" y="419100"/>
            <a:ext cx="8894674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ro-RO" sz="6332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Expresii Faciale</a:t>
            </a:r>
            <a:endParaRPr lang="en-US" sz="6332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pic>
        <p:nvPicPr>
          <p:cNvPr id="1026" name="Picture 2" descr="Face Reading: understanding emotions to satisfy their customers - TSW">
            <a:extLst>
              <a:ext uri="{FF2B5EF4-FFF2-40B4-BE49-F238E27FC236}">
                <a16:creationId xmlns:a16="http://schemas.microsoft.com/office/drawing/2014/main" id="{B96B9881-D40C-2D6E-5810-3611ED829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752325"/>
            <a:ext cx="11892008" cy="736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596803"/>
      </p:ext>
    </p:extLst>
  </p:cSld>
  <p:clrMapOvr>
    <a:masterClrMapping/>
  </p:clrMapOvr>
  <p:transition spd="slow">
    <p:cover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3566" y="-604151"/>
            <a:ext cx="15860867" cy="12247451"/>
            <a:chOff x="0" y="0"/>
            <a:chExt cx="4177348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77348" cy="3225666"/>
            </a:xfrm>
            <a:custGeom>
              <a:avLst/>
              <a:gdLst/>
              <a:ahLst/>
              <a:cxnLst/>
              <a:rect l="l" t="t" r="r" b="b"/>
              <a:pathLst>
                <a:path w="4177348" h="3225666">
                  <a:moveTo>
                    <a:pt x="0" y="0"/>
                  </a:moveTo>
                  <a:lnTo>
                    <a:pt x="4177348" y="0"/>
                  </a:lnTo>
                  <a:lnTo>
                    <a:pt x="4177348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177348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314622" y="7595885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6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6" y="4047415"/>
                </a:lnTo>
                <a:lnTo>
                  <a:pt x="55651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91636" y="143384"/>
            <a:ext cx="14117181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Procesele Cognintive și Emoția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595160" y="7294260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9"/>
                </a:lnTo>
                <a:lnTo>
                  <a:pt x="3190320" y="3316969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12271" y="1739163"/>
            <a:ext cx="14759485" cy="654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Evaluarea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cognitivă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poate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fi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responsabilă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pentru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diferențierea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emoțiilor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91636" y="4086225"/>
            <a:ext cx="9004964" cy="65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</a:t>
            </a: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este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prima, </a:t>
            </a: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emoția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sau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acțiunea</a:t>
            </a:r>
            <a:r>
              <a:rPr lang="en-US" sz="399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1636" y="6146800"/>
            <a:ext cx="525816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Perspectiva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CBT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LeDoux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1636" y="7227585"/>
            <a:ext cx="5258165" cy="669925"/>
          </a:xfrm>
          <a:prstGeom prst="rect">
            <a:avLst/>
          </a:prstGeom>
          <a:solidFill>
            <a:srgbClr val="FF434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Exemplu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CBT: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Amenințare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02435" y="7227585"/>
            <a:ext cx="1079738" cy="669925"/>
          </a:xfrm>
          <a:prstGeom prst="rect">
            <a:avLst/>
          </a:prstGeom>
          <a:solidFill>
            <a:srgbClr val="FF434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Frică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334807" y="7227585"/>
            <a:ext cx="1874547" cy="669925"/>
          </a:xfrm>
          <a:prstGeom prst="rect">
            <a:avLst/>
          </a:prstGeom>
          <a:solidFill>
            <a:srgbClr val="FF434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Răspuns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149801" y="7595885"/>
            <a:ext cx="1552634" cy="0"/>
          </a:xfrm>
          <a:prstGeom prst="line">
            <a:avLst/>
          </a:prstGeom>
          <a:ln w="57150" cap="flat">
            <a:solidFill>
              <a:srgbClr val="10658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AutoShape 16"/>
          <p:cNvSpPr/>
          <p:nvPr/>
        </p:nvSpPr>
        <p:spPr>
          <a:xfrm>
            <a:off x="9782173" y="7595885"/>
            <a:ext cx="1552634" cy="0"/>
          </a:xfrm>
          <a:prstGeom prst="line">
            <a:avLst/>
          </a:prstGeom>
          <a:ln w="57150" cap="flat">
            <a:solidFill>
              <a:srgbClr val="10658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TextBox 17"/>
          <p:cNvSpPr txBox="1"/>
          <p:nvPr/>
        </p:nvSpPr>
        <p:spPr>
          <a:xfrm>
            <a:off x="1891636" y="8232019"/>
            <a:ext cx="5829061" cy="6699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Exemplu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LeDoux: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Amenințare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00282" y="8232019"/>
            <a:ext cx="1215991" cy="6699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Creier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403711" y="8232019"/>
            <a:ext cx="1125155" cy="6699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Frică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720697" y="8600319"/>
            <a:ext cx="1379585" cy="0"/>
          </a:xfrm>
          <a:prstGeom prst="line">
            <a:avLst/>
          </a:prstGeom>
          <a:ln w="57150" cap="flat">
            <a:solidFill>
              <a:srgbClr val="10658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V="1">
            <a:off x="10316272" y="8600319"/>
            <a:ext cx="1087439" cy="0"/>
          </a:xfrm>
          <a:prstGeom prst="line">
            <a:avLst/>
          </a:prstGeom>
          <a:ln w="57150" cap="flat">
            <a:solidFill>
              <a:srgbClr val="10658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TextBox 22"/>
          <p:cNvSpPr txBox="1"/>
          <p:nvPr/>
        </p:nvSpPr>
        <p:spPr>
          <a:xfrm>
            <a:off x="13616305" y="8232019"/>
            <a:ext cx="1715585" cy="6699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Răspuns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2528866" y="8600319"/>
            <a:ext cx="1087439" cy="0"/>
          </a:xfrm>
          <a:prstGeom prst="line">
            <a:avLst/>
          </a:prstGeom>
          <a:ln w="57150" cap="flat">
            <a:solidFill>
              <a:srgbClr val="10658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TextBox 24"/>
          <p:cNvSpPr txBox="1"/>
          <p:nvPr/>
        </p:nvSpPr>
        <p:spPr>
          <a:xfrm>
            <a:off x="1891636" y="5389445"/>
            <a:ext cx="6302772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Perspective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noi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legate de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D3ED1FA7-F544-04ED-E59B-67E7E9BEA0FC}"/>
              </a:ext>
            </a:extLst>
          </p:cNvPr>
          <p:cNvSpPr txBox="1"/>
          <p:nvPr/>
        </p:nvSpPr>
        <p:spPr>
          <a:xfrm>
            <a:off x="1407355" y="2458950"/>
            <a:ext cx="14759485" cy="654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Cele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două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abordări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ale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emoției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91000" y="2476500"/>
            <a:ext cx="10707215" cy="457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ro-RO" sz="8495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Ce presupune tehnica de tipul </a:t>
            </a:r>
            <a:r>
              <a:rPr lang="en-US" sz="8495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ABC co</a:t>
            </a:r>
            <a:r>
              <a:rPr lang="ro-RO" sz="8495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gnitiv</a:t>
            </a:r>
            <a:r>
              <a:rPr lang="en-US" sz="8495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?</a:t>
            </a:r>
          </a:p>
        </p:txBody>
      </p:sp>
    </p:spTree>
  </p:cSld>
  <p:clrMapOvr>
    <a:masterClrMapping/>
  </p:clrMapOvr>
  <p:transition spd="slow">
    <p:pull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65EB-2E4E-8431-8702-E8F8A0FB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B175F7-70AC-D20F-3803-B4E00E0F8F0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9E66F2A-F8AB-9B8E-2B2C-D9A257C4B679}"/>
              </a:ext>
            </a:extLst>
          </p:cNvPr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2873F6-C300-F1DB-8E3B-B38547AD8CAB}"/>
                </a:ext>
              </a:extLst>
            </p:cNvPr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260F1B5-7E1A-5F63-BF46-90098FEDA24F}"/>
                </a:ext>
              </a:extLst>
            </p:cNvPr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E09B57D-9AA9-29B4-592A-83BA487EEE27}"/>
              </a:ext>
            </a:extLst>
          </p:cNvPr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F30B4DF-8282-1211-77DD-472CB55FDEE6}"/>
              </a:ext>
            </a:extLst>
          </p:cNvPr>
          <p:cNvSpPr txBox="1"/>
          <p:nvPr/>
        </p:nvSpPr>
        <p:spPr>
          <a:xfrm>
            <a:off x="2804885" y="188801"/>
            <a:ext cx="11843995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ro-RO" sz="6974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Reglarea Emoțională</a:t>
            </a:r>
          </a:p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ro-RO" sz="6974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Gross</a:t>
            </a:r>
            <a:endParaRPr lang="en-US" sz="6974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F061F9C-DCE2-DAEF-A807-35763A348BCC}"/>
              </a:ext>
            </a:extLst>
          </p:cNvPr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0FB4727-4F1C-22C5-5368-908FE2EF7964}"/>
              </a:ext>
            </a:extLst>
          </p:cNvPr>
          <p:cNvSpPr txBox="1"/>
          <p:nvPr/>
        </p:nvSpPr>
        <p:spPr>
          <a:xfrm>
            <a:off x="3398154" y="2883136"/>
            <a:ext cx="11154457" cy="209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ro-RO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Reglarea emoțională nu presupune doar emoții negative</a:t>
            </a: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ro-RO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ar fi câteva strategii de reglare emoțională?</a:t>
            </a:r>
          </a:p>
        </p:txBody>
      </p:sp>
    </p:spTree>
    <p:extLst>
      <p:ext uri="{BB962C8B-B14F-4D97-AF65-F5344CB8AC3E}">
        <p14:creationId xmlns:p14="http://schemas.microsoft.com/office/powerpoint/2010/main" val="3368743388"/>
      </p:ext>
    </p:extLst>
  </p:cSld>
  <p:clrMapOvr>
    <a:masterClrMapping/>
  </p:clrMapOvr>
  <p:transition spd="slow"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5903" y="976809"/>
            <a:ext cx="6167626" cy="850233"/>
          </a:xfrm>
          <a:prstGeom prst="rect">
            <a:avLst/>
          </a:prstGeom>
        </p:spPr>
        <p:txBody>
          <a:bodyPr vert="horz" wrap="square" lIns="0" tIns="19050" rIns="0" bIns="0" rtlCol="0" anchor="ctr">
            <a:spAutoFit/>
          </a:bodyPr>
          <a:lstStyle/>
          <a:p>
            <a:pPr marL="19050">
              <a:spcBef>
                <a:spcPts val="150"/>
              </a:spcBef>
            </a:pPr>
            <a:r>
              <a:rPr lang="ro-RO" sz="5400" spc="-171" dirty="0">
                <a:latin typeface="Verdana" panose="020B0604030504040204" pitchFamily="34" charset="0"/>
                <a:ea typeface="Verdana" panose="020B0604030504040204" pitchFamily="34" charset="0"/>
              </a:rPr>
              <a:t>Emoțiile</a:t>
            </a:r>
            <a:endParaRPr sz="5400" dirty="0"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94174" y="3152965"/>
            <a:ext cx="14547533" cy="2527934"/>
            <a:chOff x="929449" y="2101976"/>
            <a:chExt cx="9698355" cy="1685289"/>
          </a:xfrm>
        </p:grpSpPr>
        <p:sp>
          <p:nvSpPr>
            <p:cNvPr id="6" name="object 6"/>
            <p:cNvSpPr/>
            <p:nvPr/>
          </p:nvSpPr>
          <p:spPr>
            <a:xfrm>
              <a:off x="934211" y="2944367"/>
              <a:ext cx="9688830" cy="0"/>
            </a:xfrm>
            <a:custGeom>
              <a:avLst/>
              <a:gdLst/>
              <a:ahLst/>
              <a:cxnLst/>
              <a:rect l="l" t="t" r="r" b="b"/>
              <a:pathLst>
                <a:path w="9688830">
                  <a:moveTo>
                    <a:pt x="0" y="0"/>
                  </a:moveTo>
                  <a:lnTo>
                    <a:pt x="9688576" y="0"/>
                  </a:lnTo>
                </a:path>
              </a:pathLst>
            </a:custGeom>
            <a:ln w="9525">
              <a:solidFill>
                <a:srgbClr val="AF151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7" name="object 7"/>
            <p:cNvSpPr/>
            <p:nvPr/>
          </p:nvSpPr>
          <p:spPr>
            <a:xfrm>
              <a:off x="1678685" y="2111501"/>
              <a:ext cx="1754505" cy="1666239"/>
            </a:xfrm>
            <a:custGeom>
              <a:avLst/>
              <a:gdLst/>
              <a:ahLst/>
              <a:cxnLst/>
              <a:rect l="l" t="t" r="r" b="b"/>
              <a:pathLst>
                <a:path w="1754504" h="1666239">
                  <a:moveTo>
                    <a:pt x="877062" y="0"/>
                  </a:moveTo>
                  <a:lnTo>
                    <a:pt x="827293" y="1318"/>
                  </a:lnTo>
                  <a:lnTo>
                    <a:pt x="778252" y="5226"/>
                  </a:lnTo>
                  <a:lnTo>
                    <a:pt x="730014" y="11654"/>
                  </a:lnTo>
                  <a:lnTo>
                    <a:pt x="682652" y="20531"/>
                  </a:lnTo>
                  <a:lnTo>
                    <a:pt x="636241" y="31788"/>
                  </a:lnTo>
                  <a:lnTo>
                    <a:pt x="590854" y="45352"/>
                  </a:lnTo>
                  <a:lnTo>
                    <a:pt x="546565" y="61156"/>
                  </a:lnTo>
                  <a:lnTo>
                    <a:pt x="503449" y="79127"/>
                  </a:lnTo>
                  <a:lnTo>
                    <a:pt x="461580" y="99197"/>
                  </a:lnTo>
                  <a:lnTo>
                    <a:pt x="421031" y="121293"/>
                  </a:lnTo>
                  <a:lnTo>
                    <a:pt x="381877" y="145347"/>
                  </a:lnTo>
                  <a:lnTo>
                    <a:pt x="344191" y="171288"/>
                  </a:lnTo>
                  <a:lnTo>
                    <a:pt x="308048" y="199046"/>
                  </a:lnTo>
                  <a:lnTo>
                    <a:pt x="273522" y="228550"/>
                  </a:lnTo>
                  <a:lnTo>
                    <a:pt x="240687" y="259730"/>
                  </a:lnTo>
                  <a:lnTo>
                    <a:pt x="209617" y="292516"/>
                  </a:lnTo>
                  <a:lnTo>
                    <a:pt x="180386" y="326837"/>
                  </a:lnTo>
                  <a:lnTo>
                    <a:pt x="153067" y="362623"/>
                  </a:lnTo>
                  <a:lnTo>
                    <a:pt x="127736" y="399804"/>
                  </a:lnTo>
                  <a:lnTo>
                    <a:pt x="104466" y="438310"/>
                  </a:lnTo>
                  <a:lnTo>
                    <a:pt x="83330" y="478070"/>
                  </a:lnTo>
                  <a:lnTo>
                    <a:pt x="64404" y="519013"/>
                  </a:lnTo>
                  <a:lnTo>
                    <a:pt x="47762" y="561071"/>
                  </a:lnTo>
                  <a:lnTo>
                    <a:pt x="33476" y="604172"/>
                  </a:lnTo>
                  <a:lnTo>
                    <a:pt x="21622" y="648245"/>
                  </a:lnTo>
                  <a:lnTo>
                    <a:pt x="12273" y="693222"/>
                  </a:lnTo>
                  <a:lnTo>
                    <a:pt x="5504" y="739031"/>
                  </a:lnTo>
                  <a:lnTo>
                    <a:pt x="1388" y="785602"/>
                  </a:lnTo>
                  <a:lnTo>
                    <a:pt x="0" y="832865"/>
                  </a:lnTo>
                  <a:lnTo>
                    <a:pt x="1388" y="880129"/>
                  </a:lnTo>
                  <a:lnTo>
                    <a:pt x="5504" y="926700"/>
                  </a:lnTo>
                  <a:lnTo>
                    <a:pt x="12273" y="972509"/>
                  </a:lnTo>
                  <a:lnTo>
                    <a:pt x="21622" y="1017486"/>
                  </a:lnTo>
                  <a:lnTo>
                    <a:pt x="33476" y="1061559"/>
                  </a:lnTo>
                  <a:lnTo>
                    <a:pt x="47762" y="1104660"/>
                  </a:lnTo>
                  <a:lnTo>
                    <a:pt x="64404" y="1146718"/>
                  </a:lnTo>
                  <a:lnTo>
                    <a:pt x="83330" y="1187661"/>
                  </a:lnTo>
                  <a:lnTo>
                    <a:pt x="104466" y="1227421"/>
                  </a:lnTo>
                  <a:lnTo>
                    <a:pt x="127736" y="1265927"/>
                  </a:lnTo>
                  <a:lnTo>
                    <a:pt x="153067" y="1303108"/>
                  </a:lnTo>
                  <a:lnTo>
                    <a:pt x="180386" y="1338894"/>
                  </a:lnTo>
                  <a:lnTo>
                    <a:pt x="209617" y="1373215"/>
                  </a:lnTo>
                  <a:lnTo>
                    <a:pt x="240687" y="1406001"/>
                  </a:lnTo>
                  <a:lnTo>
                    <a:pt x="273522" y="1437181"/>
                  </a:lnTo>
                  <a:lnTo>
                    <a:pt x="308048" y="1466685"/>
                  </a:lnTo>
                  <a:lnTo>
                    <a:pt x="344191" y="1494443"/>
                  </a:lnTo>
                  <a:lnTo>
                    <a:pt x="381877" y="1520384"/>
                  </a:lnTo>
                  <a:lnTo>
                    <a:pt x="421031" y="1544438"/>
                  </a:lnTo>
                  <a:lnTo>
                    <a:pt x="461580" y="1566534"/>
                  </a:lnTo>
                  <a:lnTo>
                    <a:pt x="503449" y="1586604"/>
                  </a:lnTo>
                  <a:lnTo>
                    <a:pt x="546565" y="1604575"/>
                  </a:lnTo>
                  <a:lnTo>
                    <a:pt x="590854" y="1620379"/>
                  </a:lnTo>
                  <a:lnTo>
                    <a:pt x="636241" y="1633943"/>
                  </a:lnTo>
                  <a:lnTo>
                    <a:pt x="682652" y="1645200"/>
                  </a:lnTo>
                  <a:lnTo>
                    <a:pt x="730014" y="1654077"/>
                  </a:lnTo>
                  <a:lnTo>
                    <a:pt x="778252" y="1660505"/>
                  </a:lnTo>
                  <a:lnTo>
                    <a:pt x="827293" y="1664413"/>
                  </a:lnTo>
                  <a:lnTo>
                    <a:pt x="877062" y="1665732"/>
                  </a:lnTo>
                  <a:lnTo>
                    <a:pt x="926830" y="1664413"/>
                  </a:lnTo>
                  <a:lnTo>
                    <a:pt x="975871" y="1660505"/>
                  </a:lnTo>
                  <a:lnTo>
                    <a:pt x="1024109" y="1654077"/>
                  </a:lnTo>
                  <a:lnTo>
                    <a:pt x="1071471" y="1645200"/>
                  </a:lnTo>
                  <a:lnTo>
                    <a:pt x="1117882" y="1633943"/>
                  </a:lnTo>
                  <a:lnTo>
                    <a:pt x="1163269" y="1620379"/>
                  </a:lnTo>
                  <a:lnTo>
                    <a:pt x="1207558" y="1604575"/>
                  </a:lnTo>
                  <a:lnTo>
                    <a:pt x="1250674" y="1586604"/>
                  </a:lnTo>
                  <a:lnTo>
                    <a:pt x="1292543" y="1566534"/>
                  </a:lnTo>
                  <a:lnTo>
                    <a:pt x="1333092" y="1544438"/>
                  </a:lnTo>
                  <a:lnTo>
                    <a:pt x="1372246" y="1520384"/>
                  </a:lnTo>
                  <a:lnTo>
                    <a:pt x="1409932" y="1494443"/>
                  </a:lnTo>
                  <a:lnTo>
                    <a:pt x="1446075" y="1466685"/>
                  </a:lnTo>
                  <a:lnTo>
                    <a:pt x="1480601" y="1437181"/>
                  </a:lnTo>
                  <a:lnTo>
                    <a:pt x="1513436" y="1406001"/>
                  </a:lnTo>
                  <a:lnTo>
                    <a:pt x="1544506" y="1373215"/>
                  </a:lnTo>
                  <a:lnTo>
                    <a:pt x="1573737" y="1338894"/>
                  </a:lnTo>
                  <a:lnTo>
                    <a:pt x="1601056" y="1303108"/>
                  </a:lnTo>
                  <a:lnTo>
                    <a:pt x="1626387" y="1265927"/>
                  </a:lnTo>
                  <a:lnTo>
                    <a:pt x="1649657" y="1227421"/>
                  </a:lnTo>
                  <a:lnTo>
                    <a:pt x="1670793" y="1187661"/>
                  </a:lnTo>
                  <a:lnTo>
                    <a:pt x="1689719" y="1146718"/>
                  </a:lnTo>
                  <a:lnTo>
                    <a:pt x="1706361" y="1104660"/>
                  </a:lnTo>
                  <a:lnTo>
                    <a:pt x="1720647" y="1061559"/>
                  </a:lnTo>
                  <a:lnTo>
                    <a:pt x="1732501" y="1017486"/>
                  </a:lnTo>
                  <a:lnTo>
                    <a:pt x="1741850" y="972509"/>
                  </a:lnTo>
                  <a:lnTo>
                    <a:pt x="1748619" y="926700"/>
                  </a:lnTo>
                  <a:lnTo>
                    <a:pt x="1752735" y="880129"/>
                  </a:lnTo>
                  <a:lnTo>
                    <a:pt x="1754124" y="832865"/>
                  </a:lnTo>
                  <a:lnTo>
                    <a:pt x="1752735" y="785602"/>
                  </a:lnTo>
                  <a:lnTo>
                    <a:pt x="1748619" y="739031"/>
                  </a:lnTo>
                  <a:lnTo>
                    <a:pt x="1741850" y="693222"/>
                  </a:lnTo>
                  <a:lnTo>
                    <a:pt x="1732501" y="648245"/>
                  </a:lnTo>
                  <a:lnTo>
                    <a:pt x="1720647" y="604172"/>
                  </a:lnTo>
                  <a:lnTo>
                    <a:pt x="1706361" y="561071"/>
                  </a:lnTo>
                  <a:lnTo>
                    <a:pt x="1689719" y="519013"/>
                  </a:lnTo>
                  <a:lnTo>
                    <a:pt x="1670793" y="478070"/>
                  </a:lnTo>
                  <a:lnTo>
                    <a:pt x="1649657" y="438310"/>
                  </a:lnTo>
                  <a:lnTo>
                    <a:pt x="1626387" y="399804"/>
                  </a:lnTo>
                  <a:lnTo>
                    <a:pt x="1601056" y="362623"/>
                  </a:lnTo>
                  <a:lnTo>
                    <a:pt x="1573737" y="326837"/>
                  </a:lnTo>
                  <a:lnTo>
                    <a:pt x="1544506" y="292516"/>
                  </a:lnTo>
                  <a:lnTo>
                    <a:pt x="1513436" y="259730"/>
                  </a:lnTo>
                  <a:lnTo>
                    <a:pt x="1480601" y="228550"/>
                  </a:lnTo>
                  <a:lnTo>
                    <a:pt x="1446075" y="199046"/>
                  </a:lnTo>
                  <a:lnTo>
                    <a:pt x="1409932" y="171288"/>
                  </a:lnTo>
                  <a:lnTo>
                    <a:pt x="1372246" y="145347"/>
                  </a:lnTo>
                  <a:lnTo>
                    <a:pt x="1333092" y="121293"/>
                  </a:lnTo>
                  <a:lnTo>
                    <a:pt x="1292543" y="99197"/>
                  </a:lnTo>
                  <a:lnTo>
                    <a:pt x="1250674" y="79127"/>
                  </a:lnTo>
                  <a:lnTo>
                    <a:pt x="1207558" y="61156"/>
                  </a:lnTo>
                  <a:lnTo>
                    <a:pt x="1163269" y="45352"/>
                  </a:lnTo>
                  <a:lnTo>
                    <a:pt x="1117882" y="31788"/>
                  </a:lnTo>
                  <a:lnTo>
                    <a:pt x="1071471" y="20531"/>
                  </a:lnTo>
                  <a:lnTo>
                    <a:pt x="1024109" y="11654"/>
                  </a:lnTo>
                  <a:lnTo>
                    <a:pt x="975871" y="5226"/>
                  </a:lnTo>
                  <a:lnTo>
                    <a:pt x="926830" y="1318"/>
                  </a:lnTo>
                  <a:lnTo>
                    <a:pt x="877062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8" name="object 8"/>
            <p:cNvSpPr/>
            <p:nvPr/>
          </p:nvSpPr>
          <p:spPr>
            <a:xfrm>
              <a:off x="1678685" y="2111501"/>
              <a:ext cx="1754505" cy="1666239"/>
            </a:xfrm>
            <a:custGeom>
              <a:avLst/>
              <a:gdLst/>
              <a:ahLst/>
              <a:cxnLst/>
              <a:rect l="l" t="t" r="r" b="b"/>
              <a:pathLst>
                <a:path w="1754504" h="1666239">
                  <a:moveTo>
                    <a:pt x="0" y="832865"/>
                  </a:moveTo>
                  <a:lnTo>
                    <a:pt x="1388" y="785602"/>
                  </a:lnTo>
                  <a:lnTo>
                    <a:pt x="5504" y="739031"/>
                  </a:lnTo>
                  <a:lnTo>
                    <a:pt x="12273" y="693222"/>
                  </a:lnTo>
                  <a:lnTo>
                    <a:pt x="21622" y="648245"/>
                  </a:lnTo>
                  <a:lnTo>
                    <a:pt x="33476" y="604172"/>
                  </a:lnTo>
                  <a:lnTo>
                    <a:pt x="47762" y="561071"/>
                  </a:lnTo>
                  <a:lnTo>
                    <a:pt x="64404" y="519013"/>
                  </a:lnTo>
                  <a:lnTo>
                    <a:pt x="83330" y="478070"/>
                  </a:lnTo>
                  <a:lnTo>
                    <a:pt x="104466" y="438310"/>
                  </a:lnTo>
                  <a:lnTo>
                    <a:pt x="127736" y="399804"/>
                  </a:lnTo>
                  <a:lnTo>
                    <a:pt x="153067" y="362623"/>
                  </a:lnTo>
                  <a:lnTo>
                    <a:pt x="180386" y="326837"/>
                  </a:lnTo>
                  <a:lnTo>
                    <a:pt x="209617" y="292516"/>
                  </a:lnTo>
                  <a:lnTo>
                    <a:pt x="240687" y="259730"/>
                  </a:lnTo>
                  <a:lnTo>
                    <a:pt x="273522" y="228550"/>
                  </a:lnTo>
                  <a:lnTo>
                    <a:pt x="308048" y="199046"/>
                  </a:lnTo>
                  <a:lnTo>
                    <a:pt x="344191" y="171288"/>
                  </a:lnTo>
                  <a:lnTo>
                    <a:pt x="381877" y="145347"/>
                  </a:lnTo>
                  <a:lnTo>
                    <a:pt x="421031" y="121293"/>
                  </a:lnTo>
                  <a:lnTo>
                    <a:pt x="461580" y="99197"/>
                  </a:lnTo>
                  <a:lnTo>
                    <a:pt x="503449" y="79127"/>
                  </a:lnTo>
                  <a:lnTo>
                    <a:pt x="546565" y="61156"/>
                  </a:lnTo>
                  <a:lnTo>
                    <a:pt x="590854" y="45352"/>
                  </a:lnTo>
                  <a:lnTo>
                    <a:pt x="636241" y="31788"/>
                  </a:lnTo>
                  <a:lnTo>
                    <a:pt x="682652" y="20531"/>
                  </a:lnTo>
                  <a:lnTo>
                    <a:pt x="730014" y="11654"/>
                  </a:lnTo>
                  <a:lnTo>
                    <a:pt x="778252" y="5226"/>
                  </a:lnTo>
                  <a:lnTo>
                    <a:pt x="827293" y="1318"/>
                  </a:lnTo>
                  <a:lnTo>
                    <a:pt x="877062" y="0"/>
                  </a:lnTo>
                  <a:lnTo>
                    <a:pt x="926830" y="1318"/>
                  </a:lnTo>
                  <a:lnTo>
                    <a:pt x="975871" y="5226"/>
                  </a:lnTo>
                  <a:lnTo>
                    <a:pt x="1024109" y="11654"/>
                  </a:lnTo>
                  <a:lnTo>
                    <a:pt x="1071471" y="20531"/>
                  </a:lnTo>
                  <a:lnTo>
                    <a:pt x="1117882" y="31788"/>
                  </a:lnTo>
                  <a:lnTo>
                    <a:pt x="1163269" y="45352"/>
                  </a:lnTo>
                  <a:lnTo>
                    <a:pt x="1207558" y="61156"/>
                  </a:lnTo>
                  <a:lnTo>
                    <a:pt x="1250674" y="79127"/>
                  </a:lnTo>
                  <a:lnTo>
                    <a:pt x="1292543" y="99197"/>
                  </a:lnTo>
                  <a:lnTo>
                    <a:pt x="1333092" y="121293"/>
                  </a:lnTo>
                  <a:lnTo>
                    <a:pt x="1372246" y="145347"/>
                  </a:lnTo>
                  <a:lnTo>
                    <a:pt x="1409932" y="171288"/>
                  </a:lnTo>
                  <a:lnTo>
                    <a:pt x="1446075" y="199046"/>
                  </a:lnTo>
                  <a:lnTo>
                    <a:pt x="1480601" y="228550"/>
                  </a:lnTo>
                  <a:lnTo>
                    <a:pt x="1513436" y="259730"/>
                  </a:lnTo>
                  <a:lnTo>
                    <a:pt x="1544506" y="292516"/>
                  </a:lnTo>
                  <a:lnTo>
                    <a:pt x="1573737" y="326837"/>
                  </a:lnTo>
                  <a:lnTo>
                    <a:pt x="1601056" y="362623"/>
                  </a:lnTo>
                  <a:lnTo>
                    <a:pt x="1626387" y="399804"/>
                  </a:lnTo>
                  <a:lnTo>
                    <a:pt x="1649657" y="438310"/>
                  </a:lnTo>
                  <a:lnTo>
                    <a:pt x="1670793" y="478070"/>
                  </a:lnTo>
                  <a:lnTo>
                    <a:pt x="1689719" y="519013"/>
                  </a:lnTo>
                  <a:lnTo>
                    <a:pt x="1706361" y="561071"/>
                  </a:lnTo>
                  <a:lnTo>
                    <a:pt x="1720647" y="604172"/>
                  </a:lnTo>
                  <a:lnTo>
                    <a:pt x="1732501" y="648245"/>
                  </a:lnTo>
                  <a:lnTo>
                    <a:pt x="1741850" y="693222"/>
                  </a:lnTo>
                  <a:lnTo>
                    <a:pt x="1748619" y="739031"/>
                  </a:lnTo>
                  <a:lnTo>
                    <a:pt x="1752735" y="785602"/>
                  </a:lnTo>
                  <a:lnTo>
                    <a:pt x="1754124" y="832865"/>
                  </a:lnTo>
                  <a:lnTo>
                    <a:pt x="1752735" y="880129"/>
                  </a:lnTo>
                  <a:lnTo>
                    <a:pt x="1748619" y="926700"/>
                  </a:lnTo>
                  <a:lnTo>
                    <a:pt x="1741850" y="972509"/>
                  </a:lnTo>
                  <a:lnTo>
                    <a:pt x="1732501" y="1017486"/>
                  </a:lnTo>
                  <a:lnTo>
                    <a:pt x="1720647" y="1061559"/>
                  </a:lnTo>
                  <a:lnTo>
                    <a:pt x="1706361" y="1104660"/>
                  </a:lnTo>
                  <a:lnTo>
                    <a:pt x="1689719" y="1146718"/>
                  </a:lnTo>
                  <a:lnTo>
                    <a:pt x="1670793" y="1187661"/>
                  </a:lnTo>
                  <a:lnTo>
                    <a:pt x="1649657" y="1227421"/>
                  </a:lnTo>
                  <a:lnTo>
                    <a:pt x="1626387" y="1265927"/>
                  </a:lnTo>
                  <a:lnTo>
                    <a:pt x="1601056" y="1303108"/>
                  </a:lnTo>
                  <a:lnTo>
                    <a:pt x="1573737" y="1338894"/>
                  </a:lnTo>
                  <a:lnTo>
                    <a:pt x="1544506" y="1373215"/>
                  </a:lnTo>
                  <a:lnTo>
                    <a:pt x="1513436" y="1406001"/>
                  </a:lnTo>
                  <a:lnTo>
                    <a:pt x="1480601" y="1437181"/>
                  </a:lnTo>
                  <a:lnTo>
                    <a:pt x="1446075" y="1466685"/>
                  </a:lnTo>
                  <a:lnTo>
                    <a:pt x="1409932" y="1494443"/>
                  </a:lnTo>
                  <a:lnTo>
                    <a:pt x="1372246" y="1520384"/>
                  </a:lnTo>
                  <a:lnTo>
                    <a:pt x="1333092" y="1544438"/>
                  </a:lnTo>
                  <a:lnTo>
                    <a:pt x="1292543" y="1566534"/>
                  </a:lnTo>
                  <a:lnTo>
                    <a:pt x="1250674" y="1586604"/>
                  </a:lnTo>
                  <a:lnTo>
                    <a:pt x="1207558" y="1604575"/>
                  </a:lnTo>
                  <a:lnTo>
                    <a:pt x="1163269" y="1620379"/>
                  </a:lnTo>
                  <a:lnTo>
                    <a:pt x="1117882" y="1633943"/>
                  </a:lnTo>
                  <a:lnTo>
                    <a:pt x="1071471" y="1645200"/>
                  </a:lnTo>
                  <a:lnTo>
                    <a:pt x="1024109" y="1654077"/>
                  </a:lnTo>
                  <a:lnTo>
                    <a:pt x="975871" y="1660505"/>
                  </a:lnTo>
                  <a:lnTo>
                    <a:pt x="926830" y="1664413"/>
                  </a:lnTo>
                  <a:lnTo>
                    <a:pt x="877062" y="1665732"/>
                  </a:lnTo>
                  <a:lnTo>
                    <a:pt x="827293" y="1664413"/>
                  </a:lnTo>
                  <a:lnTo>
                    <a:pt x="778252" y="1660505"/>
                  </a:lnTo>
                  <a:lnTo>
                    <a:pt x="730014" y="1654077"/>
                  </a:lnTo>
                  <a:lnTo>
                    <a:pt x="682652" y="1645200"/>
                  </a:lnTo>
                  <a:lnTo>
                    <a:pt x="636241" y="1633943"/>
                  </a:lnTo>
                  <a:lnTo>
                    <a:pt x="590854" y="1620379"/>
                  </a:lnTo>
                  <a:lnTo>
                    <a:pt x="546565" y="1604575"/>
                  </a:lnTo>
                  <a:lnTo>
                    <a:pt x="503449" y="1586604"/>
                  </a:lnTo>
                  <a:lnTo>
                    <a:pt x="461580" y="1566534"/>
                  </a:lnTo>
                  <a:lnTo>
                    <a:pt x="421031" y="1544438"/>
                  </a:lnTo>
                  <a:lnTo>
                    <a:pt x="381877" y="1520384"/>
                  </a:lnTo>
                  <a:lnTo>
                    <a:pt x="344191" y="1494443"/>
                  </a:lnTo>
                  <a:lnTo>
                    <a:pt x="308048" y="1466685"/>
                  </a:lnTo>
                  <a:lnTo>
                    <a:pt x="273522" y="1437181"/>
                  </a:lnTo>
                  <a:lnTo>
                    <a:pt x="240687" y="1406001"/>
                  </a:lnTo>
                  <a:lnTo>
                    <a:pt x="209617" y="1373215"/>
                  </a:lnTo>
                  <a:lnTo>
                    <a:pt x="180386" y="1338894"/>
                  </a:lnTo>
                  <a:lnTo>
                    <a:pt x="153067" y="1303108"/>
                  </a:lnTo>
                  <a:lnTo>
                    <a:pt x="127736" y="1265927"/>
                  </a:lnTo>
                  <a:lnTo>
                    <a:pt x="104466" y="1227421"/>
                  </a:lnTo>
                  <a:lnTo>
                    <a:pt x="83330" y="1187661"/>
                  </a:lnTo>
                  <a:lnTo>
                    <a:pt x="64404" y="1146718"/>
                  </a:lnTo>
                  <a:lnTo>
                    <a:pt x="47762" y="1104660"/>
                  </a:lnTo>
                  <a:lnTo>
                    <a:pt x="33476" y="1061559"/>
                  </a:lnTo>
                  <a:lnTo>
                    <a:pt x="21622" y="1017486"/>
                  </a:lnTo>
                  <a:lnTo>
                    <a:pt x="12273" y="972509"/>
                  </a:lnTo>
                  <a:lnTo>
                    <a:pt x="5504" y="926700"/>
                  </a:lnTo>
                  <a:lnTo>
                    <a:pt x="1388" y="880129"/>
                  </a:lnTo>
                  <a:lnTo>
                    <a:pt x="0" y="832865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10114" y="4173473"/>
            <a:ext cx="125349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83" dirty="0">
                <a:latin typeface="Verdana"/>
                <a:cs typeface="Verdana"/>
              </a:rPr>
              <a:t>Situa</a:t>
            </a:r>
            <a:r>
              <a:rPr sz="2700" spc="-83" dirty="0">
                <a:latin typeface="Calibri"/>
                <a:cs typeface="Calibri"/>
              </a:rPr>
              <a:t>ț</a:t>
            </a:r>
            <a:r>
              <a:rPr sz="2700" spc="-83" dirty="0">
                <a:latin typeface="Verdana"/>
                <a:cs typeface="Verdana"/>
              </a:rPr>
              <a:t>ie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51614" y="3207829"/>
            <a:ext cx="2660333" cy="2527934"/>
            <a:chOff x="4034409" y="2138552"/>
            <a:chExt cx="1773555" cy="1685289"/>
          </a:xfrm>
        </p:grpSpPr>
        <p:sp>
          <p:nvSpPr>
            <p:cNvPr id="11" name="object 11"/>
            <p:cNvSpPr/>
            <p:nvPr/>
          </p:nvSpPr>
          <p:spPr>
            <a:xfrm>
              <a:off x="4043934" y="2148077"/>
              <a:ext cx="1754505" cy="1666239"/>
            </a:xfrm>
            <a:custGeom>
              <a:avLst/>
              <a:gdLst/>
              <a:ahLst/>
              <a:cxnLst/>
              <a:rect l="l" t="t" r="r" b="b"/>
              <a:pathLst>
                <a:path w="1754504" h="1666239">
                  <a:moveTo>
                    <a:pt x="877062" y="0"/>
                  </a:moveTo>
                  <a:lnTo>
                    <a:pt x="827293" y="1318"/>
                  </a:lnTo>
                  <a:lnTo>
                    <a:pt x="778252" y="5226"/>
                  </a:lnTo>
                  <a:lnTo>
                    <a:pt x="730014" y="11654"/>
                  </a:lnTo>
                  <a:lnTo>
                    <a:pt x="682652" y="20531"/>
                  </a:lnTo>
                  <a:lnTo>
                    <a:pt x="636241" y="31788"/>
                  </a:lnTo>
                  <a:lnTo>
                    <a:pt x="590854" y="45352"/>
                  </a:lnTo>
                  <a:lnTo>
                    <a:pt x="546565" y="61156"/>
                  </a:lnTo>
                  <a:lnTo>
                    <a:pt x="503449" y="79127"/>
                  </a:lnTo>
                  <a:lnTo>
                    <a:pt x="461580" y="99197"/>
                  </a:lnTo>
                  <a:lnTo>
                    <a:pt x="421031" y="121293"/>
                  </a:lnTo>
                  <a:lnTo>
                    <a:pt x="381877" y="145347"/>
                  </a:lnTo>
                  <a:lnTo>
                    <a:pt x="344191" y="171288"/>
                  </a:lnTo>
                  <a:lnTo>
                    <a:pt x="308048" y="199046"/>
                  </a:lnTo>
                  <a:lnTo>
                    <a:pt x="273522" y="228550"/>
                  </a:lnTo>
                  <a:lnTo>
                    <a:pt x="240687" y="259730"/>
                  </a:lnTo>
                  <a:lnTo>
                    <a:pt x="209617" y="292516"/>
                  </a:lnTo>
                  <a:lnTo>
                    <a:pt x="180386" y="326837"/>
                  </a:lnTo>
                  <a:lnTo>
                    <a:pt x="153067" y="362623"/>
                  </a:lnTo>
                  <a:lnTo>
                    <a:pt x="127736" y="399804"/>
                  </a:lnTo>
                  <a:lnTo>
                    <a:pt x="104466" y="438310"/>
                  </a:lnTo>
                  <a:lnTo>
                    <a:pt x="83330" y="478070"/>
                  </a:lnTo>
                  <a:lnTo>
                    <a:pt x="64404" y="519013"/>
                  </a:lnTo>
                  <a:lnTo>
                    <a:pt x="47762" y="561071"/>
                  </a:lnTo>
                  <a:lnTo>
                    <a:pt x="33476" y="604172"/>
                  </a:lnTo>
                  <a:lnTo>
                    <a:pt x="21622" y="648245"/>
                  </a:lnTo>
                  <a:lnTo>
                    <a:pt x="12273" y="693222"/>
                  </a:lnTo>
                  <a:lnTo>
                    <a:pt x="5504" y="739031"/>
                  </a:lnTo>
                  <a:lnTo>
                    <a:pt x="1388" y="785602"/>
                  </a:lnTo>
                  <a:lnTo>
                    <a:pt x="0" y="832866"/>
                  </a:lnTo>
                  <a:lnTo>
                    <a:pt x="1388" y="880129"/>
                  </a:lnTo>
                  <a:lnTo>
                    <a:pt x="5504" y="926700"/>
                  </a:lnTo>
                  <a:lnTo>
                    <a:pt x="12273" y="972509"/>
                  </a:lnTo>
                  <a:lnTo>
                    <a:pt x="21622" y="1017486"/>
                  </a:lnTo>
                  <a:lnTo>
                    <a:pt x="33476" y="1061559"/>
                  </a:lnTo>
                  <a:lnTo>
                    <a:pt x="47762" y="1104660"/>
                  </a:lnTo>
                  <a:lnTo>
                    <a:pt x="64404" y="1146718"/>
                  </a:lnTo>
                  <a:lnTo>
                    <a:pt x="83330" y="1187661"/>
                  </a:lnTo>
                  <a:lnTo>
                    <a:pt x="104466" y="1227421"/>
                  </a:lnTo>
                  <a:lnTo>
                    <a:pt x="127736" y="1265927"/>
                  </a:lnTo>
                  <a:lnTo>
                    <a:pt x="153067" y="1303108"/>
                  </a:lnTo>
                  <a:lnTo>
                    <a:pt x="180386" y="1338894"/>
                  </a:lnTo>
                  <a:lnTo>
                    <a:pt x="209617" y="1373215"/>
                  </a:lnTo>
                  <a:lnTo>
                    <a:pt x="240687" y="1406001"/>
                  </a:lnTo>
                  <a:lnTo>
                    <a:pt x="273522" y="1437181"/>
                  </a:lnTo>
                  <a:lnTo>
                    <a:pt x="308048" y="1466685"/>
                  </a:lnTo>
                  <a:lnTo>
                    <a:pt x="344191" y="1494443"/>
                  </a:lnTo>
                  <a:lnTo>
                    <a:pt x="381877" y="1520384"/>
                  </a:lnTo>
                  <a:lnTo>
                    <a:pt x="421031" y="1544438"/>
                  </a:lnTo>
                  <a:lnTo>
                    <a:pt x="461580" y="1566534"/>
                  </a:lnTo>
                  <a:lnTo>
                    <a:pt x="503449" y="1586604"/>
                  </a:lnTo>
                  <a:lnTo>
                    <a:pt x="546565" y="1604575"/>
                  </a:lnTo>
                  <a:lnTo>
                    <a:pt x="590854" y="1620379"/>
                  </a:lnTo>
                  <a:lnTo>
                    <a:pt x="636241" y="1633943"/>
                  </a:lnTo>
                  <a:lnTo>
                    <a:pt x="682652" y="1645200"/>
                  </a:lnTo>
                  <a:lnTo>
                    <a:pt x="730014" y="1654077"/>
                  </a:lnTo>
                  <a:lnTo>
                    <a:pt x="778252" y="1660505"/>
                  </a:lnTo>
                  <a:lnTo>
                    <a:pt x="827293" y="1664413"/>
                  </a:lnTo>
                  <a:lnTo>
                    <a:pt x="877062" y="1665732"/>
                  </a:lnTo>
                  <a:lnTo>
                    <a:pt x="926830" y="1664413"/>
                  </a:lnTo>
                  <a:lnTo>
                    <a:pt x="975871" y="1660505"/>
                  </a:lnTo>
                  <a:lnTo>
                    <a:pt x="1024109" y="1654077"/>
                  </a:lnTo>
                  <a:lnTo>
                    <a:pt x="1071471" y="1645200"/>
                  </a:lnTo>
                  <a:lnTo>
                    <a:pt x="1117882" y="1633943"/>
                  </a:lnTo>
                  <a:lnTo>
                    <a:pt x="1163269" y="1620379"/>
                  </a:lnTo>
                  <a:lnTo>
                    <a:pt x="1207558" y="1604575"/>
                  </a:lnTo>
                  <a:lnTo>
                    <a:pt x="1250674" y="1586604"/>
                  </a:lnTo>
                  <a:lnTo>
                    <a:pt x="1292543" y="1566534"/>
                  </a:lnTo>
                  <a:lnTo>
                    <a:pt x="1333092" y="1544438"/>
                  </a:lnTo>
                  <a:lnTo>
                    <a:pt x="1372246" y="1520384"/>
                  </a:lnTo>
                  <a:lnTo>
                    <a:pt x="1409932" y="1494443"/>
                  </a:lnTo>
                  <a:lnTo>
                    <a:pt x="1446075" y="1466685"/>
                  </a:lnTo>
                  <a:lnTo>
                    <a:pt x="1480601" y="1437181"/>
                  </a:lnTo>
                  <a:lnTo>
                    <a:pt x="1513436" y="1406001"/>
                  </a:lnTo>
                  <a:lnTo>
                    <a:pt x="1544506" y="1373215"/>
                  </a:lnTo>
                  <a:lnTo>
                    <a:pt x="1573737" y="1338894"/>
                  </a:lnTo>
                  <a:lnTo>
                    <a:pt x="1601056" y="1303108"/>
                  </a:lnTo>
                  <a:lnTo>
                    <a:pt x="1626387" y="1265927"/>
                  </a:lnTo>
                  <a:lnTo>
                    <a:pt x="1649657" y="1227421"/>
                  </a:lnTo>
                  <a:lnTo>
                    <a:pt x="1670793" y="1187661"/>
                  </a:lnTo>
                  <a:lnTo>
                    <a:pt x="1689719" y="1146718"/>
                  </a:lnTo>
                  <a:lnTo>
                    <a:pt x="1706361" y="1104660"/>
                  </a:lnTo>
                  <a:lnTo>
                    <a:pt x="1720647" y="1061559"/>
                  </a:lnTo>
                  <a:lnTo>
                    <a:pt x="1732501" y="1017486"/>
                  </a:lnTo>
                  <a:lnTo>
                    <a:pt x="1741850" y="972509"/>
                  </a:lnTo>
                  <a:lnTo>
                    <a:pt x="1748619" y="926700"/>
                  </a:lnTo>
                  <a:lnTo>
                    <a:pt x="1752735" y="880129"/>
                  </a:lnTo>
                  <a:lnTo>
                    <a:pt x="1754124" y="832866"/>
                  </a:lnTo>
                  <a:lnTo>
                    <a:pt x="1752735" y="785602"/>
                  </a:lnTo>
                  <a:lnTo>
                    <a:pt x="1748619" y="739031"/>
                  </a:lnTo>
                  <a:lnTo>
                    <a:pt x="1741850" y="693222"/>
                  </a:lnTo>
                  <a:lnTo>
                    <a:pt x="1732501" y="648245"/>
                  </a:lnTo>
                  <a:lnTo>
                    <a:pt x="1720647" y="604172"/>
                  </a:lnTo>
                  <a:lnTo>
                    <a:pt x="1706361" y="561071"/>
                  </a:lnTo>
                  <a:lnTo>
                    <a:pt x="1689719" y="519013"/>
                  </a:lnTo>
                  <a:lnTo>
                    <a:pt x="1670793" y="478070"/>
                  </a:lnTo>
                  <a:lnTo>
                    <a:pt x="1649657" y="438310"/>
                  </a:lnTo>
                  <a:lnTo>
                    <a:pt x="1626387" y="399804"/>
                  </a:lnTo>
                  <a:lnTo>
                    <a:pt x="1601056" y="362623"/>
                  </a:lnTo>
                  <a:lnTo>
                    <a:pt x="1573737" y="326837"/>
                  </a:lnTo>
                  <a:lnTo>
                    <a:pt x="1544506" y="292516"/>
                  </a:lnTo>
                  <a:lnTo>
                    <a:pt x="1513436" y="259730"/>
                  </a:lnTo>
                  <a:lnTo>
                    <a:pt x="1480601" y="228550"/>
                  </a:lnTo>
                  <a:lnTo>
                    <a:pt x="1446075" y="199046"/>
                  </a:lnTo>
                  <a:lnTo>
                    <a:pt x="1409932" y="171288"/>
                  </a:lnTo>
                  <a:lnTo>
                    <a:pt x="1372246" y="145347"/>
                  </a:lnTo>
                  <a:lnTo>
                    <a:pt x="1333092" y="121293"/>
                  </a:lnTo>
                  <a:lnTo>
                    <a:pt x="1292543" y="99197"/>
                  </a:lnTo>
                  <a:lnTo>
                    <a:pt x="1250674" y="79127"/>
                  </a:lnTo>
                  <a:lnTo>
                    <a:pt x="1207558" y="61156"/>
                  </a:lnTo>
                  <a:lnTo>
                    <a:pt x="1163269" y="45352"/>
                  </a:lnTo>
                  <a:lnTo>
                    <a:pt x="1117882" y="31788"/>
                  </a:lnTo>
                  <a:lnTo>
                    <a:pt x="1071471" y="20531"/>
                  </a:lnTo>
                  <a:lnTo>
                    <a:pt x="1024109" y="11654"/>
                  </a:lnTo>
                  <a:lnTo>
                    <a:pt x="975871" y="5226"/>
                  </a:lnTo>
                  <a:lnTo>
                    <a:pt x="926830" y="1318"/>
                  </a:lnTo>
                  <a:lnTo>
                    <a:pt x="877062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043934" y="2148077"/>
              <a:ext cx="1754505" cy="1666239"/>
            </a:xfrm>
            <a:custGeom>
              <a:avLst/>
              <a:gdLst/>
              <a:ahLst/>
              <a:cxnLst/>
              <a:rect l="l" t="t" r="r" b="b"/>
              <a:pathLst>
                <a:path w="1754504" h="1666239">
                  <a:moveTo>
                    <a:pt x="0" y="832866"/>
                  </a:moveTo>
                  <a:lnTo>
                    <a:pt x="1388" y="785602"/>
                  </a:lnTo>
                  <a:lnTo>
                    <a:pt x="5504" y="739031"/>
                  </a:lnTo>
                  <a:lnTo>
                    <a:pt x="12273" y="693222"/>
                  </a:lnTo>
                  <a:lnTo>
                    <a:pt x="21622" y="648245"/>
                  </a:lnTo>
                  <a:lnTo>
                    <a:pt x="33476" y="604172"/>
                  </a:lnTo>
                  <a:lnTo>
                    <a:pt x="47762" y="561071"/>
                  </a:lnTo>
                  <a:lnTo>
                    <a:pt x="64404" y="519013"/>
                  </a:lnTo>
                  <a:lnTo>
                    <a:pt x="83330" y="478070"/>
                  </a:lnTo>
                  <a:lnTo>
                    <a:pt x="104466" y="438310"/>
                  </a:lnTo>
                  <a:lnTo>
                    <a:pt x="127736" y="399804"/>
                  </a:lnTo>
                  <a:lnTo>
                    <a:pt x="153067" y="362623"/>
                  </a:lnTo>
                  <a:lnTo>
                    <a:pt x="180386" y="326837"/>
                  </a:lnTo>
                  <a:lnTo>
                    <a:pt x="209617" y="292516"/>
                  </a:lnTo>
                  <a:lnTo>
                    <a:pt x="240687" y="259730"/>
                  </a:lnTo>
                  <a:lnTo>
                    <a:pt x="273522" y="228550"/>
                  </a:lnTo>
                  <a:lnTo>
                    <a:pt x="308048" y="199046"/>
                  </a:lnTo>
                  <a:lnTo>
                    <a:pt x="344191" y="171288"/>
                  </a:lnTo>
                  <a:lnTo>
                    <a:pt x="381877" y="145347"/>
                  </a:lnTo>
                  <a:lnTo>
                    <a:pt x="421031" y="121293"/>
                  </a:lnTo>
                  <a:lnTo>
                    <a:pt x="461580" y="99197"/>
                  </a:lnTo>
                  <a:lnTo>
                    <a:pt x="503449" y="79127"/>
                  </a:lnTo>
                  <a:lnTo>
                    <a:pt x="546565" y="61156"/>
                  </a:lnTo>
                  <a:lnTo>
                    <a:pt x="590854" y="45352"/>
                  </a:lnTo>
                  <a:lnTo>
                    <a:pt x="636241" y="31788"/>
                  </a:lnTo>
                  <a:lnTo>
                    <a:pt x="682652" y="20531"/>
                  </a:lnTo>
                  <a:lnTo>
                    <a:pt x="730014" y="11654"/>
                  </a:lnTo>
                  <a:lnTo>
                    <a:pt x="778252" y="5226"/>
                  </a:lnTo>
                  <a:lnTo>
                    <a:pt x="827293" y="1318"/>
                  </a:lnTo>
                  <a:lnTo>
                    <a:pt x="877062" y="0"/>
                  </a:lnTo>
                  <a:lnTo>
                    <a:pt x="926830" y="1318"/>
                  </a:lnTo>
                  <a:lnTo>
                    <a:pt x="975871" y="5226"/>
                  </a:lnTo>
                  <a:lnTo>
                    <a:pt x="1024109" y="11654"/>
                  </a:lnTo>
                  <a:lnTo>
                    <a:pt x="1071471" y="20531"/>
                  </a:lnTo>
                  <a:lnTo>
                    <a:pt x="1117882" y="31788"/>
                  </a:lnTo>
                  <a:lnTo>
                    <a:pt x="1163269" y="45352"/>
                  </a:lnTo>
                  <a:lnTo>
                    <a:pt x="1207558" y="61156"/>
                  </a:lnTo>
                  <a:lnTo>
                    <a:pt x="1250674" y="79127"/>
                  </a:lnTo>
                  <a:lnTo>
                    <a:pt x="1292543" y="99197"/>
                  </a:lnTo>
                  <a:lnTo>
                    <a:pt x="1333092" y="121293"/>
                  </a:lnTo>
                  <a:lnTo>
                    <a:pt x="1372246" y="145347"/>
                  </a:lnTo>
                  <a:lnTo>
                    <a:pt x="1409932" y="171288"/>
                  </a:lnTo>
                  <a:lnTo>
                    <a:pt x="1446075" y="199046"/>
                  </a:lnTo>
                  <a:lnTo>
                    <a:pt x="1480601" y="228550"/>
                  </a:lnTo>
                  <a:lnTo>
                    <a:pt x="1513436" y="259730"/>
                  </a:lnTo>
                  <a:lnTo>
                    <a:pt x="1544506" y="292516"/>
                  </a:lnTo>
                  <a:lnTo>
                    <a:pt x="1573737" y="326837"/>
                  </a:lnTo>
                  <a:lnTo>
                    <a:pt x="1601056" y="362623"/>
                  </a:lnTo>
                  <a:lnTo>
                    <a:pt x="1626387" y="399804"/>
                  </a:lnTo>
                  <a:lnTo>
                    <a:pt x="1649657" y="438310"/>
                  </a:lnTo>
                  <a:lnTo>
                    <a:pt x="1670793" y="478070"/>
                  </a:lnTo>
                  <a:lnTo>
                    <a:pt x="1689719" y="519013"/>
                  </a:lnTo>
                  <a:lnTo>
                    <a:pt x="1706361" y="561071"/>
                  </a:lnTo>
                  <a:lnTo>
                    <a:pt x="1720647" y="604172"/>
                  </a:lnTo>
                  <a:lnTo>
                    <a:pt x="1732501" y="648245"/>
                  </a:lnTo>
                  <a:lnTo>
                    <a:pt x="1741850" y="693222"/>
                  </a:lnTo>
                  <a:lnTo>
                    <a:pt x="1748619" y="739031"/>
                  </a:lnTo>
                  <a:lnTo>
                    <a:pt x="1752735" y="785602"/>
                  </a:lnTo>
                  <a:lnTo>
                    <a:pt x="1754124" y="832866"/>
                  </a:lnTo>
                  <a:lnTo>
                    <a:pt x="1752735" y="880129"/>
                  </a:lnTo>
                  <a:lnTo>
                    <a:pt x="1748619" y="926700"/>
                  </a:lnTo>
                  <a:lnTo>
                    <a:pt x="1741850" y="972509"/>
                  </a:lnTo>
                  <a:lnTo>
                    <a:pt x="1732501" y="1017486"/>
                  </a:lnTo>
                  <a:lnTo>
                    <a:pt x="1720647" y="1061559"/>
                  </a:lnTo>
                  <a:lnTo>
                    <a:pt x="1706361" y="1104660"/>
                  </a:lnTo>
                  <a:lnTo>
                    <a:pt x="1689719" y="1146718"/>
                  </a:lnTo>
                  <a:lnTo>
                    <a:pt x="1670793" y="1187661"/>
                  </a:lnTo>
                  <a:lnTo>
                    <a:pt x="1649657" y="1227421"/>
                  </a:lnTo>
                  <a:lnTo>
                    <a:pt x="1626387" y="1265927"/>
                  </a:lnTo>
                  <a:lnTo>
                    <a:pt x="1601056" y="1303108"/>
                  </a:lnTo>
                  <a:lnTo>
                    <a:pt x="1573737" y="1338894"/>
                  </a:lnTo>
                  <a:lnTo>
                    <a:pt x="1544506" y="1373215"/>
                  </a:lnTo>
                  <a:lnTo>
                    <a:pt x="1513436" y="1406001"/>
                  </a:lnTo>
                  <a:lnTo>
                    <a:pt x="1480601" y="1437181"/>
                  </a:lnTo>
                  <a:lnTo>
                    <a:pt x="1446075" y="1466685"/>
                  </a:lnTo>
                  <a:lnTo>
                    <a:pt x="1409932" y="1494443"/>
                  </a:lnTo>
                  <a:lnTo>
                    <a:pt x="1372246" y="1520384"/>
                  </a:lnTo>
                  <a:lnTo>
                    <a:pt x="1333092" y="1544438"/>
                  </a:lnTo>
                  <a:lnTo>
                    <a:pt x="1292543" y="1566534"/>
                  </a:lnTo>
                  <a:lnTo>
                    <a:pt x="1250674" y="1586604"/>
                  </a:lnTo>
                  <a:lnTo>
                    <a:pt x="1207558" y="1604575"/>
                  </a:lnTo>
                  <a:lnTo>
                    <a:pt x="1163269" y="1620379"/>
                  </a:lnTo>
                  <a:lnTo>
                    <a:pt x="1117882" y="1633943"/>
                  </a:lnTo>
                  <a:lnTo>
                    <a:pt x="1071471" y="1645200"/>
                  </a:lnTo>
                  <a:lnTo>
                    <a:pt x="1024109" y="1654077"/>
                  </a:lnTo>
                  <a:lnTo>
                    <a:pt x="975871" y="1660505"/>
                  </a:lnTo>
                  <a:lnTo>
                    <a:pt x="926830" y="1664413"/>
                  </a:lnTo>
                  <a:lnTo>
                    <a:pt x="877062" y="1665732"/>
                  </a:lnTo>
                  <a:lnTo>
                    <a:pt x="827293" y="1664413"/>
                  </a:lnTo>
                  <a:lnTo>
                    <a:pt x="778252" y="1660505"/>
                  </a:lnTo>
                  <a:lnTo>
                    <a:pt x="730014" y="1654077"/>
                  </a:lnTo>
                  <a:lnTo>
                    <a:pt x="682652" y="1645200"/>
                  </a:lnTo>
                  <a:lnTo>
                    <a:pt x="636241" y="1633943"/>
                  </a:lnTo>
                  <a:lnTo>
                    <a:pt x="590854" y="1620379"/>
                  </a:lnTo>
                  <a:lnTo>
                    <a:pt x="546565" y="1604575"/>
                  </a:lnTo>
                  <a:lnTo>
                    <a:pt x="503449" y="1586604"/>
                  </a:lnTo>
                  <a:lnTo>
                    <a:pt x="461580" y="1566534"/>
                  </a:lnTo>
                  <a:lnTo>
                    <a:pt x="421031" y="1544438"/>
                  </a:lnTo>
                  <a:lnTo>
                    <a:pt x="381877" y="1520384"/>
                  </a:lnTo>
                  <a:lnTo>
                    <a:pt x="344191" y="1494443"/>
                  </a:lnTo>
                  <a:lnTo>
                    <a:pt x="308048" y="1466685"/>
                  </a:lnTo>
                  <a:lnTo>
                    <a:pt x="273522" y="1437181"/>
                  </a:lnTo>
                  <a:lnTo>
                    <a:pt x="240687" y="1406001"/>
                  </a:lnTo>
                  <a:lnTo>
                    <a:pt x="209617" y="1373215"/>
                  </a:lnTo>
                  <a:lnTo>
                    <a:pt x="180386" y="1338894"/>
                  </a:lnTo>
                  <a:lnTo>
                    <a:pt x="153067" y="1303108"/>
                  </a:lnTo>
                  <a:lnTo>
                    <a:pt x="127736" y="1265927"/>
                  </a:lnTo>
                  <a:lnTo>
                    <a:pt x="104466" y="1227421"/>
                  </a:lnTo>
                  <a:lnTo>
                    <a:pt x="83330" y="1187661"/>
                  </a:lnTo>
                  <a:lnTo>
                    <a:pt x="64404" y="1146718"/>
                  </a:lnTo>
                  <a:lnTo>
                    <a:pt x="47762" y="1104660"/>
                  </a:lnTo>
                  <a:lnTo>
                    <a:pt x="33476" y="1061559"/>
                  </a:lnTo>
                  <a:lnTo>
                    <a:pt x="21622" y="1017486"/>
                  </a:lnTo>
                  <a:lnTo>
                    <a:pt x="12273" y="972509"/>
                  </a:lnTo>
                  <a:lnTo>
                    <a:pt x="5504" y="926700"/>
                  </a:lnTo>
                  <a:lnTo>
                    <a:pt x="1388" y="880129"/>
                  </a:lnTo>
                  <a:lnTo>
                    <a:pt x="0" y="832866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56274" y="4228720"/>
            <a:ext cx="125634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15" dirty="0">
                <a:latin typeface="Verdana"/>
                <a:cs typeface="Verdana"/>
              </a:rPr>
              <a:t>Aten</a:t>
            </a:r>
            <a:r>
              <a:rPr sz="2700" spc="-15" dirty="0">
                <a:latin typeface="Calibri"/>
                <a:cs typeface="Calibri"/>
              </a:rPr>
              <a:t>ț</a:t>
            </a:r>
            <a:r>
              <a:rPr sz="2700" spc="-15" dirty="0">
                <a:latin typeface="Verdana"/>
                <a:cs typeface="Verdana"/>
              </a:rPr>
              <a:t>ie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590340" y="3207829"/>
            <a:ext cx="2657475" cy="2527934"/>
            <a:chOff x="6393560" y="2138552"/>
            <a:chExt cx="1771650" cy="1685289"/>
          </a:xfrm>
        </p:grpSpPr>
        <p:sp>
          <p:nvSpPr>
            <p:cNvPr id="15" name="object 15"/>
            <p:cNvSpPr/>
            <p:nvPr/>
          </p:nvSpPr>
          <p:spPr>
            <a:xfrm>
              <a:off x="6403085" y="2148077"/>
              <a:ext cx="1752600" cy="1666239"/>
            </a:xfrm>
            <a:custGeom>
              <a:avLst/>
              <a:gdLst/>
              <a:ahLst/>
              <a:cxnLst/>
              <a:rect l="l" t="t" r="r" b="b"/>
              <a:pathLst>
                <a:path w="1752600" h="1666239">
                  <a:moveTo>
                    <a:pt x="876299" y="0"/>
                  </a:moveTo>
                  <a:lnTo>
                    <a:pt x="826570" y="1318"/>
                  </a:lnTo>
                  <a:lnTo>
                    <a:pt x="777569" y="5226"/>
                  </a:lnTo>
                  <a:lnTo>
                    <a:pt x="729370" y="11654"/>
                  </a:lnTo>
                  <a:lnTo>
                    <a:pt x="682047" y="20531"/>
                  </a:lnTo>
                  <a:lnTo>
                    <a:pt x="635674" y="31788"/>
                  </a:lnTo>
                  <a:lnTo>
                    <a:pt x="590325" y="45352"/>
                  </a:lnTo>
                  <a:lnTo>
                    <a:pt x="546074" y="61156"/>
                  </a:lnTo>
                  <a:lnTo>
                    <a:pt x="502995" y="79127"/>
                  </a:lnTo>
                  <a:lnTo>
                    <a:pt x="461161" y="99197"/>
                  </a:lnTo>
                  <a:lnTo>
                    <a:pt x="420647" y="121293"/>
                  </a:lnTo>
                  <a:lnTo>
                    <a:pt x="381527" y="145347"/>
                  </a:lnTo>
                  <a:lnTo>
                    <a:pt x="343875" y="171288"/>
                  </a:lnTo>
                  <a:lnTo>
                    <a:pt x="307764" y="199046"/>
                  </a:lnTo>
                  <a:lnTo>
                    <a:pt x="273269" y="228550"/>
                  </a:lnTo>
                  <a:lnTo>
                    <a:pt x="240464" y="259730"/>
                  </a:lnTo>
                  <a:lnTo>
                    <a:pt x="209421" y="292516"/>
                  </a:lnTo>
                  <a:lnTo>
                    <a:pt x="180217" y="326837"/>
                  </a:lnTo>
                  <a:lnTo>
                    <a:pt x="152923" y="362623"/>
                  </a:lnTo>
                  <a:lnTo>
                    <a:pt x="127616" y="399804"/>
                  </a:lnTo>
                  <a:lnTo>
                    <a:pt x="104367" y="438310"/>
                  </a:lnTo>
                  <a:lnTo>
                    <a:pt x="83251" y="478070"/>
                  </a:lnTo>
                  <a:lnTo>
                    <a:pt x="64343" y="519013"/>
                  </a:lnTo>
                  <a:lnTo>
                    <a:pt x="47716" y="561071"/>
                  </a:lnTo>
                  <a:lnTo>
                    <a:pt x="33444" y="604172"/>
                  </a:lnTo>
                  <a:lnTo>
                    <a:pt x="21601" y="648245"/>
                  </a:lnTo>
                  <a:lnTo>
                    <a:pt x="12261" y="693222"/>
                  </a:lnTo>
                  <a:lnTo>
                    <a:pt x="5499" y="739031"/>
                  </a:lnTo>
                  <a:lnTo>
                    <a:pt x="1387" y="785602"/>
                  </a:lnTo>
                  <a:lnTo>
                    <a:pt x="0" y="832866"/>
                  </a:lnTo>
                  <a:lnTo>
                    <a:pt x="1387" y="880129"/>
                  </a:lnTo>
                  <a:lnTo>
                    <a:pt x="5499" y="926700"/>
                  </a:lnTo>
                  <a:lnTo>
                    <a:pt x="12261" y="972509"/>
                  </a:lnTo>
                  <a:lnTo>
                    <a:pt x="21601" y="1017486"/>
                  </a:lnTo>
                  <a:lnTo>
                    <a:pt x="33444" y="1061559"/>
                  </a:lnTo>
                  <a:lnTo>
                    <a:pt x="47716" y="1104660"/>
                  </a:lnTo>
                  <a:lnTo>
                    <a:pt x="64343" y="1146718"/>
                  </a:lnTo>
                  <a:lnTo>
                    <a:pt x="83251" y="1187661"/>
                  </a:lnTo>
                  <a:lnTo>
                    <a:pt x="104367" y="1227421"/>
                  </a:lnTo>
                  <a:lnTo>
                    <a:pt x="127616" y="1265927"/>
                  </a:lnTo>
                  <a:lnTo>
                    <a:pt x="152923" y="1303108"/>
                  </a:lnTo>
                  <a:lnTo>
                    <a:pt x="180217" y="1338894"/>
                  </a:lnTo>
                  <a:lnTo>
                    <a:pt x="209421" y="1373215"/>
                  </a:lnTo>
                  <a:lnTo>
                    <a:pt x="240464" y="1406001"/>
                  </a:lnTo>
                  <a:lnTo>
                    <a:pt x="273269" y="1437181"/>
                  </a:lnTo>
                  <a:lnTo>
                    <a:pt x="307764" y="1466685"/>
                  </a:lnTo>
                  <a:lnTo>
                    <a:pt x="343875" y="1494443"/>
                  </a:lnTo>
                  <a:lnTo>
                    <a:pt x="381527" y="1520384"/>
                  </a:lnTo>
                  <a:lnTo>
                    <a:pt x="420647" y="1544438"/>
                  </a:lnTo>
                  <a:lnTo>
                    <a:pt x="461161" y="1566534"/>
                  </a:lnTo>
                  <a:lnTo>
                    <a:pt x="502995" y="1586604"/>
                  </a:lnTo>
                  <a:lnTo>
                    <a:pt x="546074" y="1604575"/>
                  </a:lnTo>
                  <a:lnTo>
                    <a:pt x="590325" y="1620379"/>
                  </a:lnTo>
                  <a:lnTo>
                    <a:pt x="635674" y="1633943"/>
                  </a:lnTo>
                  <a:lnTo>
                    <a:pt x="682047" y="1645200"/>
                  </a:lnTo>
                  <a:lnTo>
                    <a:pt x="729370" y="1654077"/>
                  </a:lnTo>
                  <a:lnTo>
                    <a:pt x="777569" y="1660505"/>
                  </a:lnTo>
                  <a:lnTo>
                    <a:pt x="826570" y="1664413"/>
                  </a:lnTo>
                  <a:lnTo>
                    <a:pt x="876299" y="1665732"/>
                  </a:lnTo>
                  <a:lnTo>
                    <a:pt x="926029" y="1664413"/>
                  </a:lnTo>
                  <a:lnTo>
                    <a:pt x="975030" y="1660505"/>
                  </a:lnTo>
                  <a:lnTo>
                    <a:pt x="1023229" y="1654077"/>
                  </a:lnTo>
                  <a:lnTo>
                    <a:pt x="1070552" y="1645200"/>
                  </a:lnTo>
                  <a:lnTo>
                    <a:pt x="1116925" y="1633943"/>
                  </a:lnTo>
                  <a:lnTo>
                    <a:pt x="1162274" y="1620379"/>
                  </a:lnTo>
                  <a:lnTo>
                    <a:pt x="1206525" y="1604575"/>
                  </a:lnTo>
                  <a:lnTo>
                    <a:pt x="1249604" y="1586604"/>
                  </a:lnTo>
                  <a:lnTo>
                    <a:pt x="1291438" y="1566534"/>
                  </a:lnTo>
                  <a:lnTo>
                    <a:pt x="1331952" y="1544438"/>
                  </a:lnTo>
                  <a:lnTo>
                    <a:pt x="1371072" y="1520384"/>
                  </a:lnTo>
                  <a:lnTo>
                    <a:pt x="1408724" y="1494443"/>
                  </a:lnTo>
                  <a:lnTo>
                    <a:pt x="1444835" y="1466685"/>
                  </a:lnTo>
                  <a:lnTo>
                    <a:pt x="1479330" y="1437181"/>
                  </a:lnTo>
                  <a:lnTo>
                    <a:pt x="1512135" y="1406001"/>
                  </a:lnTo>
                  <a:lnTo>
                    <a:pt x="1543178" y="1373215"/>
                  </a:lnTo>
                  <a:lnTo>
                    <a:pt x="1572382" y="1338894"/>
                  </a:lnTo>
                  <a:lnTo>
                    <a:pt x="1599676" y="1303108"/>
                  </a:lnTo>
                  <a:lnTo>
                    <a:pt x="1624983" y="1265927"/>
                  </a:lnTo>
                  <a:lnTo>
                    <a:pt x="1648232" y="1227421"/>
                  </a:lnTo>
                  <a:lnTo>
                    <a:pt x="1669348" y="1187661"/>
                  </a:lnTo>
                  <a:lnTo>
                    <a:pt x="1688256" y="1146718"/>
                  </a:lnTo>
                  <a:lnTo>
                    <a:pt x="1704883" y="1104660"/>
                  </a:lnTo>
                  <a:lnTo>
                    <a:pt x="1719155" y="1061559"/>
                  </a:lnTo>
                  <a:lnTo>
                    <a:pt x="1730998" y="1017486"/>
                  </a:lnTo>
                  <a:lnTo>
                    <a:pt x="1740338" y="972509"/>
                  </a:lnTo>
                  <a:lnTo>
                    <a:pt x="1747100" y="926700"/>
                  </a:lnTo>
                  <a:lnTo>
                    <a:pt x="1751212" y="880129"/>
                  </a:lnTo>
                  <a:lnTo>
                    <a:pt x="1752599" y="832866"/>
                  </a:lnTo>
                  <a:lnTo>
                    <a:pt x="1751212" y="785602"/>
                  </a:lnTo>
                  <a:lnTo>
                    <a:pt x="1747100" y="739031"/>
                  </a:lnTo>
                  <a:lnTo>
                    <a:pt x="1740338" y="693222"/>
                  </a:lnTo>
                  <a:lnTo>
                    <a:pt x="1730998" y="648245"/>
                  </a:lnTo>
                  <a:lnTo>
                    <a:pt x="1719155" y="604172"/>
                  </a:lnTo>
                  <a:lnTo>
                    <a:pt x="1704883" y="561071"/>
                  </a:lnTo>
                  <a:lnTo>
                    <a:pt x="1688256" y="519013"/>
                  </a:lnTo>
                  <a:lnTo>
                    <a:pt x="1669348" y="478070"/>
                  </a:lnTo>
                  <a:lnTo>
                    <a:pt x="1648232" y="438310"/>
                  </a:lnTo>
                  <a:lnTo>
                    <a:pt x="1624983" y="399804"/>
                  </a:lnTo>
                  <a:lnTo>
                    <a:pt x="1599676" y="362623"/>
                  </a:lnTo>
                  <a:lnTo>
                    <a:pt x="1572382" y="326837"/>
                  </a:lnTo>
                  <a:lnTo>
                    <a:pt x="1543178" y="292516"/>
                  </a:lnTo>
                  <a:lnTo>
                    <a:pt x="1512135" y="259730"/>
                  </a:lnTo>
                  <a:lnTo>
                    <a:pt x="1479330" y="228550"/>
                  </a:lnTo>
                  <a:lnTo>
                    <a:pt x="1444835" y="199046"/>
                  </a:lnTo>
                  <a:lnTo>
                    <a:pt x="1408724" y="171288"/>
                  </a:lnTo>
                  <a:lnTo>
                    <a:pt x="1371072" y="145347"/>
                  </a:lnTo>
                  <a:lnTo>
                    <a:pt x="1331952" y="121293"/>
                  </a:lnTo>
                  <a:lnTo>
                    <a:pt x="1291438" y="99197"/>
                  </a:lnTo>
                  <a:lnTo>
                    <a:pt x="1249604" y="79127"/>
                  </a:lnTo>
                  <a:lnTo>
                    <a:pt x="1206525" y="61156"/>
                  </a:lnTo>
                  <a:lnTo>
                    <a:pt x="1162274" y="45352"/>
                  </a:lnTo>
                  <a:lnTo>
                    <a:pt x="1116925" y="31788"/>
                  </a:lnTo>
                  <a:lnTo>
                    <a:pt x="1070552" y="20531"/>
                  </a:lnTo>
                  <a:lnTo>
                    <a:pt x="1023229" y="11654"/>
                  </a:lnTo>
                  <a:lnTo>
                    <a:pt x="975030" y="5226"/>
                  </a:lnTo>
                  <a:lnTo>
                    <a:pt x="926029" y="1318"/>
                  </a:lnTo>
                  <a:lnTo>
                    <a:pt x="876299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3085" y="2148077"/>
              <a:ext cx="1752600" cy="1666239"/>
            </a:xfrm>
            <a:custGeom>
              <a:avLst/>
              <a:gdLst/>
              <a:ahLst/>
              <a:cxnLst/>
              <a:rect l="l" t="t" r="r" b="b"/>
              <a:pathLst>
                <a:path w="1752600" h="1666239">
                  <a:moveTo>
                    <a:pt x="0" y="832866"/>
                  </a:moveTo>
                  <a:lnTo>
                    <a:pt x="1387" y="785602"/>
                  </a:lnTo>
                  <a:lnTo>
                    <a:pt x="5499" y="739031"/>
                  </a:lnTo>
                  <a:lnTo>
                    <a:pt x="12261" y="693222"/>
                  </a:lnTo>
                  <a:lnTo>
                    <a:pt x="21601" y="648245"/>
                  </a:lnTo>
                  <a:lnTo>
                    <a:pt x="33444" y="604172"/>
                  </a:lnTo>
                  <a:lnTo>
                    <a:pt x="47716" y="561071"/>
                  </a:lnTo>
                  <a:lnTo>
                    <a:pt x="64343" y="519013"/>
                  </a:lnTo>
                  <a:lnTo>
                    <a:pt x="83251" y="478070"/>
                  </a:lnTo>
                  <a:lnTo>
                    <a:pt x="104367" y="438310"/>
                  </a:lnTo>
                  <a:lnTo>
                    <a:pt x="127616" y="399804"/>
                  </a:lnTo>
                  <a:lnTo>
                    <a:pt x="152923" y="362623"/>
                  </a:lnTo>
                  <a:lnTo>
                    <a:pt x="180217" y="326837"/>
                  </a:lnTo>
                  <a:lnTo>
                    <a:pt x="209421" y="292516"/>
                  </a:lnTo>
                  <a:lnTo>
                    <a:pt x="240464" y="259730"/>
                  </a:lnTo>
                  <a:lnTo>
                    <a:pt x="273269" y="228550"/>
                  </a:lnTo>
                  <a:lnTo>
                    <a:pt x="307764" y="199046"/>
                  </a:lnTo>
                  <a:lnTo>
                    <a:pt x="343875" y="171288"/>
                  </a:lnTo>
                  <a:lnTo>
                    <a:pt x="381527" y="145347"/>
                  </a:lnTo>
                  <a:lnTo>
                    <a:pt x="420647" y="121293"/>
                  </a:lnTo>
                  <a:lnTo>
                    <a:pt x="461161" y="99197"/>
                  </a:lnTo>
                  <a:lnTo>
                    <a:pt x="502995" y="79127"/>
                  </a:lnTo>
                  <a:lnTo>
                    <a:pt x="546074" y="61156"/>
                  </a:lnTo>
                  <a:lnTo>
                    <a:pt x="590325" y="45352"/>
                  </a:lnTo>
                  <a:lnTo>
                    <a:pt x="635674" y="31788"/>
                  </a:lnTo>
                  <a:lnTo>
                    <a:pt x="682047" y="20531"/>
                  </a:lnTo>
                  <a:lnTo>
                    <a:pt x="729370" y="11654"/>
                  </a:lnTo>
                  <a:lnTo>
                    <a:pt x="777569" y="5226"/>
                  </a:lnTo>
                  <a:lnTo>
                    <a:pt x="826570" y="1318"/>
                  </a:lnTo>
                  <a:lnTo>
                    <a:pt x="876299" y="0"/>
                  </a:lnTo>
                  <a:lnTo>
                    <a:pt x="926029" y="1318"/>
                  </a:lnTo>
                  <a:lnTo>
                    <a:pt x="975030" y="5226"/>
                  </a:lnTo>
                  <a:lnTo>
                    <a:pt x="1023229" y="11654"/>
                  </a:lnTo>
                  <a:lnTo>
                    <a:pt x="1070552" y="20531"/>
                  </a:lnTo>
                  <a:lnTo>
                    <a:pt x="1116925" y="31788"/>
                  </a:lnTo>
                  <a:lnTo>
                    <a:pt x="1162274" y="45352"/>
                  </a:lnTo>
                  <a:lnTo>
                    <a:pt x="1206525" y="61156"/>
                  </a:lnTo>
                  <a:lnTo>
                    <a:pt x="1249604" y="79127"/>
                  </a:lnTo>
                  <a:lnTo>
                    <a:pt x="1291438" y="99197"/>
                  </a:lnTo>
                  <a:lnTo>
                    <a:pt x="1331952" y="121293"/>
                  </a:lnTo>
                  <a:lnTo>
                    <a:pt x="1371072" y="145347"/>
                  </a:lnTo>
                  <a:lnTo>
                    <a:pt x="1408724" y="171288"/>
                  </a:lnTo>
                  <a:lnTo>
                    <a:pt x="1444835" y="199046"/>
                  </a:lnTo>
                  <a:lnTo>
                    <a:pt x="1479330" y="228550"/>
                  </a:lnTo>
                  <a:lnTo>
                    <a:pt x="1512135" y="259730"/>
                  </a:lnTo>
                  <a:lnTo>
                    <a:pt x="1543178" y="292516"/>
                  </a:lnTo>
                  <a:lnTo>
                    <a:pt x="1572382" y="326837"/>
                  </a:lnTo>
                  <a:lnTo>
                    <a:pt x="1599676" y="362623"/>
                  </a:lnTo>
                  <a:lnTo>
                    <a:pt x="1624983" y="399804"/>
                  </a:lnTo>
                  <a:lnTo>
                    <a:pt x="1648232" y="438310"/>
                  </a:lnTo>
                  <a:lnTo>
                    <a:pt x="1669348" y="478070"/>
                  </a:lnTo>
                  <a:lnTo>
                    <a:pt x="1688256" y="519013"/>
                  </a:lnTo>
                  <a:lnTo>
                    <a:pt x="1704883" y="561071"/>
                  </a:lnTo>
                  <a:lnTo>
                    <a:pt x="1719155" y="604172"/>
                  </a:lnTo>
                  <a:lnTo>
                    <a:pt x="1730998" y="648245"/>
                  </a:lnTo>
                  <a:lnTo>
                    <a:pt x="1740338" y="693222"/>
                  </a:lnTo>
                  <a:lnTo>
                    <a:pt x="1747100" y="739031"/>
                  </a:lnTo>
                  <a:lnTo>
                    <a:pt x="1751212" y="785602"/>
                  </a:lnTo>
                  <a:lnTo>
                    <a:pt x="1752599" y="832866"/>
                  </a:lnTo>
                  <a:lnTo>
                    <a:pt x="1751212" y="880129"/>
                  </a:lnTo>
                  <a:lnTo>
                    <a:pt x="1747100" y="926700"/>
                  </a:lnTo>
                  <a:lnTo>
                    <a:pt x="1740338" y="972509"/>
                  </a:lnTo>
                  <a:lnTo>
                    <a:pt x="1730998" y="1017486"/>
                  </a:lnTo>
                  <a:lnTo>
                    <a:pt x="1719155" y="1061559"/>
                  </a:lnTo>
                  <a:lnTo>
                    <a:pt x="1704883" y="1104660"/>
                  </a:lnTo>
                  <a:lnTo>
                    <a:pt x="1688256" y="1146718"/>
                  </a:lnTo>
                  <a:lnTo>
                    <a:pt x="1669348" y="1187661"/>
                  </a:lnTo>
                  <a:lnTo>
                    <a:pt x="1648232" y="1227421"/>
                  </a:lnTo>
                  <a:lnTo>
                    <a:pt x="1624983" y="1265927"/>
                  </a:lnTo>
                  <a:lnTo>
                    <a:pt x="1599676" y="1303108"/>
                  </a:lnTo>
                  <a:lnTo>
                    <a:pt x="1572382" y="1338894"/>
                  </a:lnTo>
                  <a:lnTo>
                    <a:pt x="1543178" y="1373215"/>
                  </a:lnTo>
                  <a:lnTo>
                    <a:pt x="1512135" y="1406001"/>
                  </a:lnTo>
                  <a:lnTo>
                    <a:pt x="1479330" y="1437181"/>
                  </a:lnTo>
                  <a:lnTo>
                    <a:pt x="1444835" y="1466685"/>
                  </a:lnTo>
                  <a:lnTo>
                    <a:pt x="1408724" y="1494443"/>
                  </a:lnTo>
                  <a:lnTo>
                    <a:pt x="1371072" y="1520384"/>
                  </a:lnTo>
                  <a:lnTo>
                    <a:pt x="1331952" y="1544438"/>
                  </a:lnTo>
                  <a:lnTo>
                    <a:pt x="1291438" y="1566534"/>
                  </a:lnTo>
                  <a:lnTo>
                    <a:pt x="1249604" y="1586604"/>
                  </a:lnTo>
                  <a:lnTo>
                    <a:pt x="1206525" y="1604575"/>
                  </a:lnTo>
                  <a:lnTo>
                    <a:pt x="1162274" y="1620379"/>
                  </a:lnTo>
                  <a:lnTo>
                    <a:pt x="1116925" y="1633943"/>
                  </a:lnTo>
                  <a:lnTo>
                    <a:pt x="1070552" y="1645200"/>
                  </a:lnTo>
                  <a:lnTo>
                    <a:pt x="1023229" y="1654077"/>
                  </a:lnTo>
                  <a:lnTo>
                    <a:pt x="975030" y="1660505"/>
                  </a:lnTo>
                  <a:lnTo>
                    <a:pt x="926029" y="1664413"/>
                  </a:lnTo>
                  <a:lnTo>
                    <a:pt x="876299" y="1665732"/>
                  </a:lnTo>
                  <a:lnTo>
                    <a:pt x="826570" y="1664413"/>
                  </a:lnTo>
                  <a:lnTo>
                    <a:pt x="777569" y="1660505"/>
                  </a:lnTo>
                  <a:lnTo>
                    <a:pt x="729370" y="1654077"/>
                  </a:lnTo>
                  <a:lnTo>
                    <a:pt x="682047" y="1645200"/>
                  </a:lnTo>
                  <a:lnTo>
                    <a:pt x="635674" y="1633943"/>
                  </a:lnTo>
                  <a:lnTo>
                    <a:pt x="590325" y="1620379"/>
                  </a:lnTo>
                  <a:lnTo>
                    <a:pt x="546074" y="1604575"/>
                  </a:lnTo>
                  <a:lnTo>
                    <a:pt x="502995" y="1586604"/>
                  </a:lnTo>
                  <a:lnTo>
                    <a:pt x="461161" y="1566534"/>
                  </a:lnTo>
                  <a:lnTo>
                    <a:pt x="420647" y="1544438"/>
                  </a:lnTo>
                  <a:lnTo>
                    <a:pt x="381527" y="1520384"/>
                  </a:lnTo>
                  <a:lnTo>
                    <a:pt x="343875" y="1494443"/>
                  </a:lnTo>
                  <a:lnTo>
                    <a:pt x="307764" y="1466685"/>
                  </a:lnTo>
                  <a:lnTo>
                    <a:pt x="273269" y="1437181"/>
                  </a:lnTo>
                  <a:lnTo>
                    <a:pt x="240464" y="1406001"/>
                  </a:lnTo>
                  <a:lnTo>
                    <a:pt x="209421" y="1373215"/>
                  </a:lnTo>
                  <a:lnTo>
                    <a:pt x="180217" y="1338894"/>
                  </a:lnTo>
                  <a:lnTo>
                    <a:pt x="152923" y="1303108"/>
                  </a:lnTo>
                  <a:lnTo>
                    <a:pt x="127616" y="1265927"/>
                  </a:lnTo>
                  <a:lnTo>
                    <a:pt x="104367" y="1227421"/>
                  </a:lnTo>
                  <a:lnTo>
                    <a:pt x="83251" y="1187661"/>
                  </a:lnTo>
                  <a:lnTo>
                    <a:pt x="64343" y="1146718"/>
                  </a:lnTo>
                  <a:lnTo>
                    <a:pt x="47716" y="1104660"/>
                  </a:lnTo>
                  <a:lnTo>
                    <a:pt x="33444" y="1061559"/>
                  </a:lnTo>
                  <a:lnTo>
                    <a:pt x="21601" y="1017486"/>
                  </a:lnTo>
                  <a:lnTo>
                    <a:pt x="12261" y="972509"/>
                  </a:lnTo>
                  <a:lnTo>
                    <a:pt x="5499" y="926700"/>
                  </a:lnTo>
                  <a:lnTo>
                    <a:pt x="1387" y="880129"/>
                  </a:lnTo>
                  <a:lnTo>
                    <a:pt x="0" y="832866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176890" y="4240148"/>
            <a:ext cx="148685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45" dirty="0">
                <a:latin typeface="Verdana"/>
                <a:cs typeface="Verdana"/>
              </a:rPr>
              <a:t>Evaluare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126784" y="3207829"/>
            <a:ext cx="2660333" cy="2527934"/>
            <a:chOff x="8751189" y="2138552"/>
            <a:chExt cx="1773555" cy="1685289"/>
          </a:xfrm>
        </p:grpSpPr>
        <p:sp>
          <p:nvSpPr>
            <p:cNvPr id="19" name="object 19"/>
            <p:cNvSpPr/>
            <p:nvPr/>
          </p:nvSpPr>
          <p:spPr>
            <a:xfrm>
              <a:off x="8760714" y="2148077"/>
              <a:ext cx="1754505" cy="1666239"/>
            </a:xfrm>
            <a:custGeom>
              <a:avLst/>
              <a:gdLst/>
              <a:ahLst/>
              <a:cxnLst/>
              <a:rect l="l" t="t" r="r" b="b"/>
              <a:pathLst>
                <a:path w="1754504" h="1666239">
                  <a:moveTo>
                    <a:pt x="877061" y="0"/>
                  </a:moveTo>
                  <a:lnTo>
                    <a:pt x="827293" y="1318"/>
                  </a:lnTo>
                  <a:lnTo>
                    <a:pt x="778252" y="5226"/>
                  </a:lnTo>
                  <a:lnTo>
                    <a:pt x="730014" y="11654"/>
                  </a:lnTo>
                  <a:lnTo>
                    <a:pt x="682652" y="20531"/>
                  </a:lnTo>
                  <a:lnTo>
                    <a:pt x="636241" y="31788"/>
                  </a:lnTo>
                  <a:lnTo>
                    <a:pt x="590854" y="45352"/>
                  </a:lnTo>
                  <a:lnTo>
                    <a:pt x="546565" y="61156"/>
                  </a:lnTo>
                  <a:lnTo>
                    <a:pt x="503449" y="79127"/>
                  </a:lnTo>
                  <a:lnTo>
                    <a:pt x="461580" y="99197"/>
                  </a:lnTo>
                  <a:lnTo>
                    <a:pt x="421031" y="121293"/>
                  </a:lnTo>
                  <a:lnTo>
                    <a:pt x="381877" y="145347"/>
                  </a:lnTo>
                  <a:lnTo>
                    <a:pt x="344191" y="171288"/>
                  </a:lnTo>
                  <a:lnTo>
                    <a:pt x="308048" y="199046"/>
                  </a:lnTo>
                  <a:lnTo>
                    <a:pt x="273522" y="228550"/>
                  </a:lnTo>
                  <a:lnTo>
                    <a:pt x="240687" y="259730"/>
                  </a:lnTo>
                  <a:lnTo>
                    <a:pt x="209617" y="292516"/>
                  </a:lnTo>
                  <a:lnTo>
                    <a:pt x="180386" y="326837"/>
                  </a:lnTo>
                  <a:lnTo>
                    <a:pt x="153067" y="362623"/>
                  </a:lnTo>
                  <a:lnTo>
                    <a:pt x="127736" y="399804"/>
                  </a:lnTo>
                  <a:lnTo>
                    <a:pt x="104466" y="438310"/>
                  </a:lnTo>
                  <a:lnTo>
                    <a:pt x="83330" y="478070"/>
                  </a:lnTo>
                  <a:lnTo>
                    <a:pt x="64404" y="519013"/>
                  </a:lnTo>
                  <a:lnTo>
                    <a:pt x="47762" y="561071"/>
                  </a:lnTo>
                  <a:lnTo>
                    <a:pt x="33476" y="604172"/>
                  </a:lnTo>
                  <a:lnTo>
                    <a:pt x="21622" y="648245"/>
                  </a:lnTo>
                  <a:lnTo>
                    <a:pt x="12273" y="693222"/>
                  </a:lnTo>
                  <a:lnTo>
                    <a:pt x="5504" y="739031"/>
                  </a:lnTo>
                  <a:lnTo>
                    <a:pt x="1388" y="785602"/>
                  </a:lnTo>
                  <a:lnTo>
                    <a:pt x="0" y="832866"/>
                  </a:lnTo>
                  <a:lnTo>
                    <a:pt x="1388" y="880129"/>
                  </a:lnTo>
                  <a:lnTo>
                    <a:pt x="5504" y="926700"/>
                  </a:lnTo>
                  <a:lnTo>
                    <a:pt x="12273" y="972509"/>
                  </a:lnTo>
                  <a:lnTo>
                    <a:pt x="21622" y="1017486"/>
                  </a:lnTo>
                  <a:lnTo>
                    <a:pt x="33476" y="1061559"/>
                  </a:lnTo>
                  <a:lnTo>
                    <a:pt x="47762" y="1104660"/>
                  </a:lnTo>
                  <a:lnTo>
                    <a:pt x="64404" y="1146718"/>
                  </a:lnTo>
                  <a:lnTo>
                    <a:pt x="83330" y="1187661"/>
                  </a:lnTo>
                  <a:lnTo>
                    <a:pt x="104466" y="1227421"/>
                  </a:lnTo>
                  <a:lnTo>
                    <a:pt x="127736" y="1265927"/>
                  </a:lnTo>
                  <a:lnTo>
                    <a:pt x="153067" y="1303108"/>
                  </a:lnTo>
                  <a:lnTo>
                    <a:pt x="180386" y="1338894"/>
                  </a:lnTo>
                  <a:lnTo>
                    <a:pt x="209617" y="1373215"/>
                  </a:lnTo>
                  <a:lnTo>
                    <a:pt x="240687" y="1406001"/>
                  </a:lnTo>
                  <a:lnTo>
                    <a:pt x="273522" y="1437181"/>
                  </a:lnTo>
                  <a:lnTo>
                    <a:pt x="308048" y="1466685"/>
                  </a:lnTo>
                  <a:lnTo>
                    <a:pt x="344191" y="1494443"/>
                  </a:lnTo>
                  <a:lnTo>
                    <a:pt x="381877" y="1520384"/>
                  </a:lnTo>
                  <a:lnTo>
                    <a:pt x="421031" y="1544438"/>
                  </a:lnTo>
                  <a:lnTo>
                    <a:pt x="461580" y="1566534"/>
                  </a:lnTo>
                  <a:lnTo>
                    <a:pt x="503449" y="1586604"/>
                  </a:lnTo>
                  <a:lnTo>
                    <a:pt x="546565" y="1604575"/>
                  </a:lnTo>
                  <a:lnTo>
                    <a:pt x="590854" y="1620379"/>
                  </a:lnTo>
                  <a:lnTo>
                    <a:pt x="636241" y="1633943"/>
                  </a:lnTo>
                  <a:lnTo>
                    <a:pt x="682652" y="1645200"/>
                  </a:lnTo>
                  <a:lnTo>
                    <a:pt x="730014" y="1654077"/>
                  </a:lnTo>
                  <a:lnTo>
                    <a:pt x="778252" y="1660505"/>
                  </a:lnTo>
                  <a:lnTo>
                    <a:pt x="827293" y="1664413"/>
                  </a:lnTo>
                  <a:lnTo>
                    <a:pt x="877061" y="1665732"/>
                  </a:lnTo>
                  <a:lnTo>
                    <a:pt x="926830" y="1664413"/>
                  </a:lnTo>
                  <a:lnTo>
                    <a:pt x="975871" y="1660505"/>
                  </a:lnTo>
                  <a:lnTo>
                    <a:pt x="1024109" y="1654077"/>
                  </a:lnTo>
                  <a:lnTo>
                    <a:pt x="1071471" y="1645200"/>
                  </a:lnTo>
                  <a:lnTo>
                    <a:pt x="1117882" y="1633943"/>
                  </a:lnTo>
                  <a:lnTo>
                    <a:pt x="1163269" y="1620379"/>
                  </a:lnTo>
                  <a:lnTo>
                    <a:pt x="1207558" y="1604575"/>
                  </a:lnTo>
                  <a:lnTo>
                    <a:pt x="1250674" y="1586604"/>
                  </a:lnTo>
                  <a:lnTo>
                    <a:pt x="1292543" y="1566534"/>
                  </a:lnTo>
                  <a:lnTo>
                    <a:pt x="1333092" y="1544438"/>
                  </a:lnTo>
                  <a:lnTo>
                    <a:pt x="1372246" y="1520384"/>
                  </a:lnTo>
                  <a:lnTo>
                    <a:pt x="1409932" y="1494443"/>
                  </a:lnTo>
                  <a:lnTo>
                    <a:pt x="1446075" y="1466685"/>
                  </a:lnTo>
                  <a:lnTo>
                    <a:pt x="1480601" y="1437181"/>
                  </a:lnTo>
                  <a:lnTo>
                    <a:pt x="1513436" y="1406001"/>
                  </a:lnTo>
                  <a:lnTo>
                    <a:pt x="1544506" y="1373215"/>
                  </a:lnTo>
                  <a:lnTo>
                    <a:pt x="1573737" y="1338894"/>
                  </a:lnTo>
                  <a:lnTo>
                    <a:pt x="1601056" y="1303108"/>
                  </a:lnTo>
                  <a:lnTo>
                    <a:pt x="1626387" y="1265927"/>
                  </a:lnTo>
                  <a:lnTo>
                    <a:pt x="1649657" y="1227421"/>
                  </a:lnTo>
                  <a:lnTo>
                    <a:pt x="1670793" y="1187661"/>
                  </a:lnTo>
                  <a:lnTo>
                    <a:pt x="1689719" y="1146718"/>
                  </a:lnTo>
                  <a:lnTo>
                    <a:pt x="1706361" y="1104660"/>
                  </a:lnTo>
                  <a:lnTo>
                    <a:pt x="1720647" y="1061559"/>
                  </a:lnTo>
                  <a:lnTo>
                    <a:pt x="1732501" y="1017486"/>
                  </a:lnTo>
                  <a:lnTo>
                    <a:pt x="1741850" y="972509"/>
                  </a:lnTo>
                  <a:lnTo>
                    <a:pt x="1748619" y="926700"/>
                  </a:lnTo>
                  <a:lnTo>
                    <a:pt x="1752735" y="880129"/>
                  </a:lnTo>
                  <a:lnTo>
                    <a:pt x="1754124" y="832866"/>
                  </a:lnTo>
                  <a:lnTo>
                    <a:pt x="1752735" y="785602"/>
                  </a:lnTo>
                  <a:lnTo>
                    <a:pt x="1748619" y="739031"/>
                  </a:lnTo>
                  <a:lnTo>
                    <a:pt x="1741850" y="693222"/>
                  </a:lnTo>
                  <a:lnTo>
                    <a:pt x="1732501" y="648245"/>
                  </a:lnTo>
                  <a:lnTo>
                    <a:pt x="1720647" y="604172"/>
                  </a:lnTo>
                  <a:lnTo>
                    <a:pt x="1706361" y="561071"/>
                  </a:lnTo>
                  <a:lnTo>
                    <a:pt x="1689719" y="519013"/>
                  </a:lnTo>
                  <a:lnTo>
                    <a:pt x="1670793" y="478070"/>
                  </a:lnTo>
                  <a:lnTo>
                    <a:pt x="1649657" y="438310"/>
                  </a:lnTo>
                  <a:lnTo>
                    <a:pt x="1626387" y="399804"/>
                  </a:lnTo>
                  <a:lnTo>
                    <a:pt x="1601056" y="362623"/>
                  </a:lnTo>
                  <a:lnTo>
                    <a:pt x="1573737" y="326837"/>
                  </a:lnTo>
                  <a:lnTo>
                    <a:pt x="1544506" y="292516"/>
                  </a:lnTo>
                  <a:lnTo>
                    <a:pt x="1513436" y="259730"/>
                  </a:lnTo>
                  <a:lnTo>
                    <a:pt x="1480601" y="228550"/>
                  </a:lnTo>
                  <a:lnTo>
                    <a:pt x="1446075" y="199046"/>
                  </a:lnTo>
                  <a:lnTo>
                    <a:pt x="1409932" y="171288"/>
                  </a:lnTo>
                  <a:lnTo>
                    <a:pt x="1372246" y="145347"/>
                  </a:lnTo>
                  <a:lnTo>
                    <a:pt x="1333092" y="121293"/>
                  </a:lnTo>
                  <a:lnTo>
                    <a:pt x="1292543" y="99197"/>
                  </a:lnTo>
                  <a:lnTo>
                    <a:pt x="1250674" y="79127"/>
                  </a:lnTo>
                  <a:lnTo>
                    <a:pt x="1207558" y="61156"/>
                  </a:lnTo>
                  <a:lnTo>
                    <a:pt x="1163269" y="45352"/>
                  </a:lnTo>
                  <a:lnTo>
                    <a:pt x="1117882" y="31788"/>
                  </a:lnTo>
                  <a:lnTo>
                    <a:pt x="1071471" y="20531"/>
                  </a:lnTo>
                  <a:lnTo>
                    <a:pt x="1024109" y="11654"/>
                  </a:lnTo>
                  <a:lnTo>
                    <a:pt x="975871" y="5226"/>
                  </a:lnTo>
                  <a:lnTo>
                    <a:pt x="926830" y="1318"/>
                  </a:lnTo>
                  <a:lnTo>
                    <a:pt x="877061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8760714" y="2148077"/>
              <a:ext cx="1754505" cy="1666239"/>
            </a:xfrm>
            <a:custGeom>
              <a:avLst/>
              <a:gdLst/>
              <a:ahLst/>
              <a:cxnLst/>
              <a:rect l="l" t="t" r="r" b="b"/>
              <a:pathLst>
                <a:path w="1754504" h="1666239">
                  <a:moveTo>
                    <a:pt x="0" y="832866"/>
                  </a:moveTo>
                  <a:lnTo>
                    <a:pt x="1388" y="785602"/>
                  </a:lnTo>
                  <a:lnTo>
                    <a:pt x="5504" y="739031"/>
                  </a:lnTo>
                  <a:lnTo>
                    <a:pt x="12273" y="693222"/>
                  </a:lnTo>
                  <a:lnTo>
                    <a:pt x="21622" y="648245"/>
                  </a:lnTo>
                  <a:lnTo>
                    <a:pt x="33476" y="604172"/>
                  </a:lnTo>
                  <a:lnTo>
                    <a:pt x="47762" y="561071"/>
                  </a:lnTo>
                  <a:lnTo>
                    <a:pt x="64404" y="519013"/>
                  </a:lnTo>
                  <a:lnTo>
                    <a:pt x="83330" y="478070"/>
                  </a:lnTo>
                  <a:lnTo>
                    <a:pt x="104466" y="438310"/>
                  </a:lnTo>
                  <a:lnTo>
                    <a:pt x="127736" y="399804"/>
                  </a:lnTo>
                  <a:lnTo>
                    <a:pt x="153067" y="362623"/>
                  </a:lnTo>
                  <a:lnTo>
                    <a:pt x="180386" y="326837"/>
                  </a:lnTo>
                  <a:lnTo>
                    <a:pt x="209617" y="292516"/>
                  </a:lnTo>
                  <a:lnTo>
                    <a:pt x="240687" y="259730"/>
                  </a:lnTo>
                  <a:lnTo>
                    <a:pt x="273522" y="228550"/>
                  </a:lnTo>
                  <a:lnTo>
                    <a:pt x="308048" y="199046"/>
                  </a:lnTo>
                  <a:lnTo>
                    <a:pt x="344191" y="171288"/>
                  </a:lnTo>
                  <a:lnTo>
                    <a:pt x="381877" y="145347"/>
                  </a:lnTo>
                  <a:lnTo>
                    <a:pt x="421031" y="121293"/>
                  </a:lnTo>
                  <a:lnTo>
                    <a:pt x="461580" y="99197"/>
                  </a:lnTo>
                  <a:lnTo>
                    <a:pt x="503449" y="79127"/>
                  </a:lnTo>
                  <a:lnTo>
                    <a:pt x="546565" y="61156"/>
                  </a:lnTo>
                  <a:lnTo>
                    <a:pt x="590854" y="45352"/>
                  </a:lnTo>
                  <a:lnTo>
                    <a:pt x="636241" y="31788"/>
                  </a:lnTo>
                  <a:lnTo>
                    <a:pt x="682652" y="20531"/>
                  </a:lnTo>
                  <a:lnTo>
                    <a:pt x="730014" y="11654"/>
                  </a:lnTo>
                  <a:lnTo>
                    <a:pt x="778252" y="5226"/>
                  </a:lnTo>
                  <a:lnTo>
                    <a:pt x="827293" y="1318"/>
                  </a:lnTo>
                  <a:lnTo>
                    <a:pt x="877061" y="0"/>
                  </a:lnTo>
                  <a:lnTo>
                    <a:pt x="926830" y="1318"/>
                  </a:lnTo>
                  <a:lnTo>
                    <a:pt x="975871" y="5226"/>
                  </a:lnTo>
                  <a:lnTo>
                    <a:pt x="1024109" y="11654"/>
                  </a:lnTo>
                  <a:lnTo>
                    <a:pt x="1071471" y="20531"/>
                  </a:lnTo>
                  <a:lnTo>
                    <a:pt x="1117882" y="31788"/>
                  </a:lnTo>
                  <a:lnTo>
                    <a:pt x="1163269" y="45352"/>
                  </a:lnTo>
                  <a:lnTo>
                    <a:pt x="1207558" y="61156"/>
                  </a:lnTo>
                  <a:lnTo>
                    <a:pt x="1250674" y="79127"/>
                  </a:lnTo>
                  <a:lnTo>
                    <a:pt x="1292543" y="99197"/>
                  </a:lnTo>
                  <a:lnTo>
                    <a:pt x="1333092" y="121293"/>
                  </a:lnTo>
                  <a:lnTo>
                    <a:pt x="1372246" y="145347"/>
                  </a:lnTo>
                  <a:lnTo>
                    <a:pt x="1409932" y="171288"/>
                  </a:lnTo>
                  <a:lnTo>
                    <a:pt x="1446075" y="199046"/>
                  </a:lnTo>
                  <a:lnTo>
                    <a:pt x="1480601" y="228550"/>
                  </a:lnTo>
                  <a:lnTo>
                    <a:pt x="1513436" y="259730"/>
                  </a:lnTo>
                  <a:lnTo>
                    <a:pt x="1544506" y="292516"/>
                  </a:lnTo>
                  <a:lnTo>
                    <a:pt x="1573737" y="326837"/>
                  </a:lnTo>
                  <a:lnTo>
                    <a:pt x="1601056" y="362623"/>
                  </a:lnTo>
                  <a:lnTo>
                    <a:pt x="1626387" y="399804"/>
                  </a:lnTo>
                  <a:lnTo>
                    <a:pt x="1649657" y="438310"/>
                  </a:lnTo>
                  <a:lnTo>
                    <a:pt x="1670793" y="478070"/>
                  </a:lnTo>
                  <a:lnTo>
                    <a:pt x="1689719" y="519013"/>
                  </a:lnTo>
                  <a:lnTo>
                    <a:pt x="1706361" y="561071"/>
                  </a:lnTo>
                  <a:lnTo>
                    <a:pt x="1720647" y="604172"/>
                  </a:lnTo>
                  <a:lnTo>
                    <a:pt x="1732501" y="648245"/>
                  </a:lnTo>
                  <a:lnTo>
                    <a:pt x="1741850" y="693222"/>
                  </a:lnTo>
                  <a:lnTo>
                    <a:pt x="1748619" y="739031"/>
                  </a:lnTo>
                  <a:lnTo>
                    <a:pt x="1752735" y="785602"/>
                  </a:lnTo>
                  <a:lnTo>
                    <a:pt x="1754124" y="832866"/>
                  </a:lnTo>
                  <a:lnTo>
                    <a:pt x="1752735" y="880129"/>
                  </a:lnTo>
                  <a:lnTo>
                    <a:pt x="1748619" y="926700"/>
                  </a:lnTo>
                  <a:lnTo>
                    <a:pt x="1741850" y="972509"/>
                  </a:lnTo>
                  <a:lnTo>
                    <a:pt x="1732501" y="1017486"/>
                  </a:lnTo>
                  <a:lnTo>
                    <a:pt x="1720647" y="1061559"/>
                  </a:lnTo>
                  <a:lnTo>
                    <a:pt x="1706361" y="1104660"/>
                  </a:lnTo>
                  <a:lnTo>
                    <a:pt x="1689719" y="1146718"/>
                  </a:lnTo>
                  <a:lnTo>
                    <a:pt x="1670793" y="1187661"/>
                  </a:lnTo>
                  <a:lnTo>
                    <a:pt x="1649657" y="1227421"/>
                  </a:lnTo>
                  <a:lnTo>
                    <a:pt x="1626387" y="1265927"/>
                  </a:lnTo>
                  <a:lnTo>
                    <a:pt x="1601056" y="1303108"/>
                  </a:lnTo>
                  <a:lnTo>
                    <a:pt x="1573737" y="1338894"/>
                  </a:lnTo>
                  <a:lnTo>
                    <a:pt x="1544506" y="1373215"/>
                  </a:lnTo>
                  <a:lnTo>
                    <a:pt x="1513436" y="1406001"/>
                  </a:lnTo>
                  <a:lnTo>
                    <a:pt x="1480601" y="1437181"/>
                  </a:lnTo>
                  <a:lnTo>
                    <a:pt x="1446075" y="1466685"/>
                  </a:lnTo>
                  <a:lnTo>
                    <a:pt x="1409932" y="1494443"/>
                  </a:lnTo>
                  <a:lnTo>
                    <a:pt x="1372246" y="1520384"/>
                  </a:lnTo>
                  <a:lnTo>
                    <a:pt x="1333092" y="1544438"/>
                  </a:lnTo>
                  <a:lnTo>
                    <a:pt x="1292543" y="1566534"/>
                  </a:lnTo>
                  <a:lnTo>
                    <a:pt x="1250674" y="1586604"/>
                  </a:lnTo>
                  <a:lnTo>
                    <a:pt x="1207558" y="1604575"/>
                  </a:lnTo>
                  <a:lnTo>
                    <a:pt x="1163269" y="1620379"/>
                  </a:lnTo>
                  <a:lnTo>
                    <a:pt x="1117882" y="1633943"/>
                  </a:lnTo>
                  <a:lnTo>
                    <a:pt x="1071471" y="1645200"/>
                  </a:lnTo>
                  <a:lnTo>
                    <a:pt x="1024109" y="1654077"/>
                  </a:lnTo>
                  <a:lnTo>
                    <a:pt x="975871" y="1660505"/>
                  </a:lnTo>
                  <a:lnTo>
                    <a:pt x="926830" y="1664413"/>
                  </a:lnTo>
                  <a:lnTo>
                    <a:pt x="877061" y="1665732"/>
                  </a:lnTo>
                  <a:lnTo>
                    <a:pt x="827293" y="1664413"/>
                  </a:lnTo>
                  <a:lnTo>
                    <a:pt x="778252" y="1660505"/>
                  </a:lnTo>
                  <a:lnTo>
                    <a:pt x="730014" y="1654077"/>
                  </a:lnTo>
                  <a:lnTo>
                    <a:pt x="682652" y="1645200"/>
                  </a:lnTo>
                  <a:lnTo>
                    <a:pt x="636241" y="1633943"/>
                  </a:lnTo>
                  <a:lnTo>
                    <a:pt x="590854" y="1620379"/>
                  </a:lnTo>
                  <a:lnTo>
                    <a:pt x="546565" y="1604575"/>
                  </a:lnTo>
                  <a:lnTo>
                    <a:pt x="503449" y="1586604"/>
                  </a:lnTo>
                  <a:lnTo>
                    <a:pt x="461580" y="1566534"/>
                  </a:lnTo>
                  <a:lnTo>
                    <a:pt x="421031" y="1544438"/>
                  </a:lnTo>
                  <a:lnTo>
                    <a:pt x="381877" y="1520384"/>
                  </a:lnTo>
                  <a:lnTo>
                    <a:pt x="344191" y="1494443"/>
                  </a:lnTo>
                  <a:lnTo>
                    <a:pt x="308048" y="1466685"/>
                  </a:lnTo>
                  <a:lnTo>
                    <a:pt x="273522" y="1437181"/>
                  </a:lnTo>
                  <a:lnTo>
                    <a:pt x="240687" y="1406001"/>
                  </a:lnTo>
                  <a:lnTo>
                    <a:pt x="209617" y="1373215"/>
                  </a:lnTo>
                  <a:lnTo>
                    <a:pt x="180386" y="1338894"/>
                  </a:lnTo>
                  <a:lnTo>
                    <a:pt x="153067" y="1303108"/>
                  </a:lnTo>
                  <a:lnTo>
                    <a:pt x="127736" y="1265927"/>
                  </a:lnTo>
                  <a:lnTo>
                    <a:pt x="104466" y="1227421"/>
                  </a:lnTo>
                  <a:lnTo>
                    <a:pt x="83330" y="1187661"/>
                  </a:lnTo>
                  <a:lnTo>
                    <a:pt x="64404" y="1146718"/>
                  </a:lnTo>
                  <a:lnTo>
                    <a:pt x="47762" y="1104660"/>
                  </a:lnTo>
                  <a:lnTo>
                    <a:pt x="33476" y="1061559"/>
                  </a:lnTo>
                  <a:lnTo>
                    <a:pt x="21622" y="1017486"/>
                  </a:lnTo>
                  <a:lnTo>
                    <a:pt x="12273" y="972509"/>
                  </a:lnTo>
                  <a:lnTo>
                    <a:pt x="5504" y="926700"/>
                  </a:lnTo>
                  <a:lnTo>
                    <a:pt x="1388" y="880129"/>
                  </a:lnTo>
                  <a:lnTo>
                    <a:pt x="0" y="832866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760004" y="4240148"/>
            <a:ext cx="139446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105" dirty="0">
                <a:latin typeface="Verdana"/>
                <a:cs typeface="Verdana"/>
              </a:rPr>
              <a:t>Răspuns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76472" y="5664707"/>
            <a:ext cx="10688955" cy="764858"/>
          </a:xfrm>
          <a:custGeom>
            <a:avLst/>
            <a:gdLst/>
            <a:ahLst/>
            <a:cxnLst/>
            <a:rect l="l" t="t" r="r" b="b"/>
            <a:pathLst>
              <a:path w="7125970" h="509904">
                <a:moveTo>
                  <a:pt x="41656" y="57150"/>
                </a:moveTo>
                <a:lnTo>
                  <a:pt x="34543" y="57150"/>
                </a:lnTo>
                <a:lnTo>
                  <a:pt x="31750" y="59943"/>
                </a:lnTo>
                <a:lnTo>
                  <a:pt x="31750" y="506856"/>
                </a:lnTo>
                <a:lnTo>
                  <a:pt x="34543" y="509777"/>
                </a:lnTo>
                <a:lnTo>
                  <a:pt x="7123049" y="509777"/>
                </a:lnTo>
                <a:lnTo>
                  <a:pt x="7125843" y="506856"/>
                </a:lnTo>
                <a:lnTo>
                  <a:pt x="7125843" y="503427"/>
                </a:lnTo>
                <a:lnTo>
                  <a:pt x="44450" y="503427"/>
                </a:lnTo>
                <a:lnTo>
                  <a:pt x="38100" y="497077"/>
                </a:lnTo>
                <a:lnTo>
                  <a:pt x="44450" y="497077"/>
                </a:lnTo>
                <a:lnTo>
                  <a:pt x="44450" y="59943"/>
                </a:lnTo>
                <a:lnTo>
                  <a:pt x="41656" y="57150"/>
                </a:lnTo>
                <a:close/>
              </a:path>
              <a:path w="7125970" h="509904">
                <a:moveTo>
                  <a:pt x="44450" y="497077"/>
                </a:moveTo>
                <a:lnTo>
                  <a:pt x="38100" y="497077"/>
                </a:lnTo>
                <a:lnTo>
                  <a:pt x="44450" y="503427"/>
                </a:lnTo>
                <a:lnTo>
                  <a:pt x="44450" y="497077"/>
                </a:lnTo>
                <a:close/>
              </a:path>
              <a:path w="7125970" h="509904">
                <a:moveTo>
                  <a:pt x="7113143" y="497077"/>
                </a:moveTo>
                <a:lnTo>
                  <a:pt x="44450" y="497077"/>
                </a:lnTo>
                <a:lnTo>
                  <a:pt x="44450" y="503427"/>
                </a:lnTo>
                <a:lnTo>
                  <a:pt x="7113143" y="503427"/>
                </a:lnTo>
                <a:lnTo>
                  <a:pt x="7113143" y="497077"/>
                </a:lnTo>
                <a:close/>
              </a:path>
              <a:path w="7125970" h="509904">
                <a:moveTo>
                  <a:pt x="7123049" y="30479"/>
                </a:moveTo>
                <a:lnTo>
                  <a:pt x="7115936" y="30479"/>
                </a:lnTo>
                <a:lnTo>
                  <a:pt x="7113143" y="33273"/>
                </a:lnTo>
                <a:lnTo>
                  <a:pt x="7113143" y="503427"/>
                </a:lnTo>
                <a:lnTo>
                  <a:pt x="7119493" y="497077"/>
                </a:lnTo>
                <a:lnTo>
                  <a:pt x="7125843" y="497077"/>
                </a:lnTo>
                <a:lnTo>
                  <a:pt x="7125843" y="33273"/>
                </a:lnTo>
                <a:lnTo>
                  <a:pt x="7123049" y="30479"/>
                </a:lnTo>
                <a:close/>
              </a:path>
              <a:path w="7125970" h="509904">
                <a:moveTo>
                  <a:pt x="7125843" y="497077"/>
                </a:moveTo>
                <a:lnTo>
                  <a:pt x="7119493" y="497077"/>
                </a:lnTo>
                <a:lnTo>
                  <a:pt x="7113143" y="503427"/>
                </a:lnTo>
                <a:lnTo>
                  <a:pt x="7125843" y="503427"/>
                </a:lnTo>
                <a:lnTo>
                  <a:pt x="7125843" y="497077"/>
                </a:lnTo>
                <a:close/>
              </a:path>
              <a:path w="7125970" h="509904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59943"/>
                </a:lnTo>
                <a:lnTo>
                  <a:pt x="34543" y="57150"/>
                </a:lnTo>
                <a:lnTo>
                  <a:pt x="66675" y="57150"/>
                </a:lnTo>
                <a:lnTo>
                  <a:pt x="38100" y="0"/>
                </a:lnTo>
                <a:close/>
              </a:path>
              <a:path w="7125970" h="509904">
                <a:moveTo>
                  <a:pt x="66675" y="57150"/>
                </a:moveTo>
                <a:lnTo>
                  <a:pt x="41656" y="57150"/>
                </a:lnTo>
                <a:lnTo>
                  <a:pt x="44450" y="59943"/>
                </a:lnTo>
                <a:lnTo>
                  <a:pt x="44450" y="76200"/>
                </a:lnTo>
                <a:lnTo>
                  <a:pt x="76200" y="76200"/>
                </a:lnTo>
                <a:lnTo>
                  <a:pt x="66675" y="5715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 sz="2700"/>
          </a:p>
        </p:txBody>
      </p:sp>
      <p:sp>
        <p:nvSpPr>
          <p:cNvPr id="23" name="object 23"/>
          <p:cNvSpPr txBox="1"/>
          <p:nvPr/>
        </p:nvSpPr>
        <p:spPr>
          <a:xfrm>
            <a:off x="15301340" y="5963032"/>
            <a:ext cx="188118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165" dirty="0">
                <a:latin typeface="Verdana"/>
                <a:cs typeface="Verdana"/>
              </a:rPr>
              <a:t>Gross,</a:t>
            </a:r>
            <a:r>
              <a:rPr sz="2700" spc="-171" dirty="0">
                <a:latin typeface="Verdana"/>
                <a:cs typeface="Verdana"/>
              </a:rPr>
              <a:t> </a:t>
            </a:r>
            <a:r>
              <a:rPr sz="2700" spc="-203" dirty="0">
                <a:latin typeface="Verdana"/>
                <a:cs typeface="Verdana"/>
              </a:rPr>
              <a:t>2015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2320" y="1005981"/>
            <a:ext cx="13140690" cy="758862"/>
          </a:xfrm>
          <a:prstGeom prst="rect">
            <a:avLst/>
          </a:prstGeom>
        </p:spPr>
        <p:txBody>
          <a:bodyPr vert="horz" wrap="square" lIns="0" tIns="20003" rIns="0" bIns="0" rtlCol="0" anchor="ctr">
            <a:spAutoFit/>
          </a:bodyPr>
          <a:lstStyle/>
          <a:p>
            <a:pPr marL="19050">
              <a:spcBef>
                <a:spcPts val="158"/>
              </a:spcBef>
            </a:pPr>
            <a:r>
              <a:rPr lang="ro-RO" sz="4800" spc="-143" dirty="0">
                <a:latin typeface="Verdana" panose="020B0604030504040204" pitchFamily="34" charset="0"/>
                <a:ea typeface="Verdana" panose="020B0604030504040204" pitchFamily="34" charset="0"/>
              </a:rPr>
              <a:t>Modelul Procesării Emoționale </a:t>
            </a:r>
            <a:r>
              <a:rPr sz="4800" spc="-188" dirty="0">
                <a:latin typeface="Verdana" panose="020B0604030504040204" pitchFamily="34" charset="0"/>
                <a:ea typeface="Verdana" panose="020B0604030504040204" pitchFamily="34" charset="0"/>
              </a:rPr>
              <a:t>(Gross,</a:t>
            </a:r>
            <a:endParaRPr sz="4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35898" y="1732025"/>
            <a:ext cx="1617345" cy="758862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>
              <a:spcBef>
                <a:spcPts val="158"/>
              </a:spcBef>
            </a:pPr>
            <a:r>
              <a:rPr sz="4800" spc="-4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2015)</a:t>
            </a:r>
            <a:endParaRPr sz="480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4306" y="5006910"/>
            <a:ext cx="17753648" cy="2828925"/>
            <a:chOff x="109537" y="3337940"/>
            <a:chExt cx="11835765" cy="1885950"/>
          </a:xfrm>
        </p:grpSpPr>
        <p:sp>
          <p:nvSpPr>
            <p:cNvPr id="5" name="object 5"/>
            <p:cNvSpPr/>
            <p:nvPr/>
          </p:nvSpPr>
          <p:spPr>
            <a:xfrm>
              <a:off x="114300" y="4280915"/>
              <a:ext cx="11826240" cy="0"/>
            </a:xfrm>
            <a:custGeom>
              <a:avLst/>
              <a:gdLst/>
              <a:ahLst/>
              <a:cxnLst/>
              <a:rect l="l" t="t" r="r" b="b"/>
              <a:pathLst>
                <a:path w="11826240">
                  <a:moveTo>
                    <a:pt x="0" y="0"/>
                  </a:moveTo>
                  <a:lnTo>
                    <a:pt x="11825986" y="0"/>
                  </a:lnTo>
                </a:path>
              </a:pathLst>
            </a:custGeom>
            <a:ln w="9525">
              <a:solidFill>
                <a:srgbClr val="AF1512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6" name="object 6"/>
            <p:cNvSpPr/>
            <p:nvPr/>
          </p:nvSpPr>
          <p:spPr>
            <a:xfrm>
              <a:off x="1599438" y="3347465"/>
              <a:ext cx="2026920" cy="1866900"/>
            </a:xfrm>
            <a:custGeom>
              <a:avLst/>
              <a:gdLst/>
              <a:ahLst/>
              <a:cxnLst/>
              <a:rect l="l" t="t" r="r" b="b"/>
              <a:pathLst>
                <a:path w="2026920" h="1866900">
                  <a:moveTo>
                    <a:pt x="1013460" y="0"/>
                  </a:moveTo>
                  <a:lnTo>
                    <a:pt x="962880" y="1142"/>
                  </a:lnTo>
                  <a:lnTo>
                    <a:pt x="912942" y="4534"/>
                  </a:lnTo>
                  <a:lnTo>
                    <a:pt x="863704" y="10121"/>
                  </a:lnTo>
                  <a:lnTo>
                    <a:pt x="815224" y="17851"/>
                  </a:lnTo>
                  <a:lnTo>
                    <a:pt x="767560" y="27670"/>
                  </a:lnTo>
                  <a:lnTo>
                    <a:pt x="720770" y="39524"/>
                  </a:lnTo>
                  <a:lnTo>
                    <a:pt x="674911" y="53360"/>
                  </a:lnTo>
                  <a:lnTo>
                    <a:pt x="630043" y="69124"/>
                  </a:lnTo>
                  <a:lnTo>
                    <a:pt x="586223" y="86763"/>
                  </a:lnTo>
                  <a:lnTo>
                    <a:pt x="543509" y="106223"/>
                  </a:lnTo>
                  <a:lnTo>
                    <a:pt x="501960" y="127451"/>
                  </a:lnTo>
                  <a:lnTo>
                    <a:pt x="461633" y="150393"/>
                  </a:lnTo>
                  <a:lnTo>
                    <a:pt x="422586" y="174997"/>
                  </a:lnTo>
                  <a:lnTo>
                    <a:pt x="384879" y="201207"/>
                  </a:lnTo>
                  <a:lnTo>
                    <a:pt x="348567" y="228972"/>
                  </a:lnTo>
                  <a:lnTo>
                    <a:pt x="313711" y="258236"/>
                  </a:lnTo>
                  <a:lnTo>
                    <a:pt x="280367" y="288948"/>
                  </a:lnTo>
                  <a:lnTo>
                    <a:pt x="248594" y="321053"/>
                  </a:lnTo>
                  <a:lnTo>
                    <a:pt x="218450" y="354498"/>
                  </a:lnTo>
                  <a:lnTo>
                    <a:pt x="189993" y="389229"/>
                  </a:lnTo>
                  <a:lnTo>
                    <a:pt x="163282" y="425193"/>
                  </a:lnTo>
                  <a:lnTo>
                    <a:pt x="138373" y="462336"/>
                  </a:lnTo>
                  <a:lnTo>
                    <a:pt x="115326" y="500605"/>
                  </a:lnTo>
                  <a:lnTo>
                    <a:pt x="94198" y="539947"/>
                  </a:lnTo>
                  <a:lnTo>
                    <a:pt x="75047" y="580307"/>
                  </a:lnTo>
                  <a:lnTo>
                    <a:pt x="57932" y="621633"/>
                  </a:lnTo>
                  <a:lnTo>
                    <a:pt x="42911" y="663870"/>
                  </a:lnTo>
                  <a:lnTo>
                    <a:pt x="30041" y="706966"/>
                  </a:lnTo>
                  <a:lnTo>
                    <a:pt x="19381" y="750867"/>
                  </a:lnTo>
                  <a:lnTo>
                    <a:pt x="10989" y="795519"/>
                  </a:lnTo>
                  <a:lnTo>
                    <a:pt x="4922" y="840870"/>
                  </a:lnTo>
                  <a:lnTo>
                    <a:pt x="1240" y="886864"/>
                  </a:lnTo>
                  <a:lnTo>
                    <a:pt x="0" y="933450"/>
                  </a:lnTo>
                  <a:lnTo>
                    <a:pt x="1240" y="980035"/>
                  </a:lnTo>
                  <a:lnTo>
                    <a:pt x="4922" y="1026029"/>
                  </a:lnTo>
                  <a:lnTo>
                    <a:pt x="10989" y="1071380"/>
                  </a:lnTo>
                  <a:lnTo>
                    <a:pt x="19381" y="1116032"/>
                  </a:lnTo>
                  <a:lnTo>
                    <a:pt x="30041" y="1159933"/>
                  </a:lnTo>
                  <a:lnTo>
                    <a:pt x="42911" y="1203029"/>
                  </a:lnTo>
                  <a:lnTo>
                    <a:pt x="57932" y="1245266"/>
                  </a:lnTo>
                  <a:lnTo>
                    <a:pt x="75047" y="1286592"/>
                  </a:lnTo>
                  <a:lnTo>
                    <a:pt x="94198" y="1326952"/>
                  </a:lnTo>
                  <a:lnTo>
                    <a:pt x="115326" y="1366294"/>
                  </a:lnTo>
                  <a:lnTo>
                    <a:pt x="138373" y="1404563"/>
                  </a:lnTo>
                  <a:lnTo>
                    <a:pt x="163282" y="1441706"/>
                  </a:lnTo>
                  <a:lnTo>
                    <a:pt x="189993" y="1477670"/>
                  </a:lnTo>
                  <a:lnTo>
                    <a:pt x="218450" y="1512401"/>
                  </a:lnTo>
                  <a:lnTo>
                    <a:pt x="248594" y="1545846"/>
                  </a:lnTo>
                  <a:lnTo>
                    <a:pt x="280367" y="1577951"/>
                  </a:lnTo>
                  <a:lnTo>
                    <a:pt x="313711" y="1608663"/>
                  </a:lnTo>
                  <a:lnTo>
                    <a:pt x="348567" y="1637927"/>
                  </a:lnTo>
                  <a:lnTo>
                    <a:pt x="384879" y="1665692"/>
                  </a:lnTo>
                  <a:lnTo>
                    <a:pt x="422586" y="1691902"/>
                  </a:lnTo>
                  <a:lnTo>
                    <a:pt x="461633" y="1716506"/>
                  </a:lnTo>
                  <a:lnTo>
                    <a:pt x="501960" y="1739448"/>
                  </a:lnTo>
                  <a:lnTo>
                    <a:pt x="543509" y="1760676"/>
                  </a:lnTo>
                  <a:lnTo>
                    <a:pt x="586223" y="1780136"/>
                  </a:lnTo>
                  <a:lnTo>
                    <a:pt x="630043" y="1797775"/>
                  </a:lnTo>
                  <a:lnTo>
                    <a:pt x="674911" y="1813539"/>
                  </a:lnTo>
                  <a:lnTo>
                    <a:pt x="720770" y="1827375"/>
                  </a:lnTo>
                  <a:lnTo>
                    <a:pt x="767560" y="1839229"/>
                  </a:lnTo>
                  <a:lnTo>
                    <a:pt x="815224" y="1849048"/>
                  </a:lnTo>
                  <a:lnTo>
                    <a:pt x="863704" y="1856778"/>
                  </a:lnTo>
                  <a:lnTo>
                    <a:pt x="912942" y="1862365"/>
                  </a:lnTo>
                  <a:lnTo>
                    <a:pt x="962880" y="1865757"/>
                  </a:lnTo>
                  <a:lnTo>
                    <a:pt x="1013460" y="1866900"/>
                  </a:lnTo>
                  <a:lnTo>
                    <a:pt x="1064039" y="1865757"/>
                  </a:lnTo>
                  <a:lnTo>
                    <a:pt x="1113977" y="1862365"/>
                  </a:lnTo>
                  <a:lnTo>
                    <a:pt x="1163215" y="1856778"/>
                  </a:lnTo>
                  <a:lnTo>
                    <a:pt x="1211695" y="1849048"/>
                  </a:lnTo>
                  <a:lnTo>
                    <a:pt x="1259359" y="1839229"/>
                  </a:lnTo>
                  <a:lnTo>
                    <a:pt x="1306149" y="1827375"/>
                  </a:lnTo>
                  <a:lnTo>
                    <a:pt x="1352008" y="1813539"/>
                  </a:lnTo>
                  <a:lnTo>
                    <a:pt x="1396876" y="1797775"/>
                  </a:lnTo>
                  <a:lnTo>
                    <a:pt x="1440696" y="1780136"/>
                  </a:lnTo>
                  <a:lnTo>
                    <a:pt x="1483410" y="1760676"/>
                  </a:lnTo>
                  <a:lnTo>
                    <a:pt x="1524959" y="1739448"/>
                  </a:lnTo>
                  <a:lnTo>
                    <a:pt x="1565286" y="1716506"/>
                  </a:lnTo>
                  <a:lnTo>
                    <a:pt x="1604333" y="1691902"/>
                  </a:lnTo>
                  <a:lnTo>
                    <a:pt x="1642040" y="1665692"/>
                  </a:lnTo>
                  <a:lnTo>
                    <a:pt x="1678352" y="1637927"/>
                  </a:lnTo>
                  <a:lnTo>
                    <a:pt x="1713208" y="1608663"/>
                  </a:lnTo>
                  <a:lnTo>
                    <a:pt x="1746552" y="1577951"/>
                  </a:lnTo>
                  <a:lnTo>
                    <a:pt x="1778325" y="1545846"/>
                  </a:lnTo>
                  <a:lnTo>
                    <a:pt x="1808469" y="1512401"/>
                  </a:lnTo>
                  <a:lnTo>
                    <a:pt x="1836926" y="1477670"/>
                  </a:lnTo>
                  <a:lnTo>
                    <a:pt x="1863637" y="1441706"/>
                  </a:lnTo>
                  <a:lnTo>
                    <a:pt x="1888546" y="1404563"/>
                  </a:lnTo>
                  <a:lnTo>
                    <a:pt x="1911593" y="1366294"/>
                  </a:lnTo>
                  <a:lnTo>
                    <a:pt x="1932721" y="1326952"/>
                  </a:lnTo>
                  <a:lnTo>
                    <a:pt x="1951872" y="1286592"/>
                  </a:lnTo>
                  <a:lnTo>
                    <a:pt x="1968987" y="1245266"/>
                  </a:lnTo>
                  <a:lnTo>
                    <a:pt x="1984008" y="1203029"/>
                  </a:lnTo>
                  <a:lnTo>
                    <a:pt x="1996878" y="1159933"/>
                  </a:lnTo>
                  <a:lnTo>
                    <a:pt x="2007538" y="1116032"/>
                  </a:lnTo>
                  <a:lnTo>
                    <a:pt x="2015930" y="1071380"/>
                  </a:lnTo>
                  <a:lnTo>
                    <a:pt x="2021997" y="1026029"/>
                  </a:lnTo>
                  <a:lnTo>
                    <a:pt x="2025679" y="980035"/>
                  </a:lnTo>
                  <a:lnTo>
                    <a:pt x="2026920" y="933450"/>
                  </a:lnTo>
                  <a:lnTo>
                    <a:pt x="2025679" y="886864"/>
                  </a:lnTo>
                  <a:lnTo>
                    <a:pt x="2021997" y="840870"/>
                  </a:lnTo>
                  <a:lnTo>
                    <a:pt x="2015930" y="795519"/>
                  </a:lnTo>
                  <a:lnTo>
                    <a:pt x="2007538" y="750867"/>
                  </a:lnTo>
                  <a:lnTo>
                    <a:pt x="1996878" y="706966"/>
                  </a:lnTo>
                  <a:lnTo>
                    <a:pt x="1984008" y="663870"/>
                  </a:lnTo>
                  <a:lnTo>
                    <a:pt x="1968987" y="621633"/>
                  </a:lnTo>
                  <a:lnTo>
                    <a:pt x="1951872" y="580307"/>
                  </a:lnTo>
                  <a:lnTo>
                    <a:pt x="1932721" y="539947"/>
                  </a:lnTo>
                  <a:lnTo>
                    <a:pt x="1911593" y="500605"/>
                  </a:lnTo>
                  <a:lnTo>
                    <a:pt x="1888546" y="462336"/>
                  </a:lnTo>
                  <a:lnTo>
                    <a:pt x="1863637" y="425193"/>
                  </a:lnTo>
                  <a:lnTo>
                    <a:pt x="1836926" y="389229"/>
                  </a:lnTo>
                  <a:lnTo>
                    <a:pt x="1808469" y="354498"/>
                  </a:lnTo>
                  <a:lnTo>
                    <a:pt x="1778325" y="321053"/>
                  </a:lnTo>
                  <a:lnTo>
                    <a:pt x="1746552" y="288948"/>
                  </a:lnTo>
                  <a:lnTo>
                    <a:pt x="1713208" y="258236"/>
                  </a:lnTo>
                  <a:lnTo>
                    <a:pt x="1678352" y="228972"/>
                  </a:lnTo>
                  <a:lnTo>
                    <a:pt x="1642040" y="201207"/>
                  </a:lnTo>
                  <a:lnTo>
                    <a:pt x="1604333" y="174997"/>
                  </a:lnTo>
                  <a:lnTo>
                    <a:pt x="1565286" y="150393"/>
                  </a:lnTo>
                  <a:lnTo>
                    <a:pt x="1524959" y="127451"/>
                  </a:lnTo>
                  <a:lnTo>
                    <a:pt x="1483410" y="106223"/>
                  </a:lnTo>
                  <a:lnTo>
                    <a:pt x="1440696" y="86763"/>
                  </a:lnTo>
                  <a:lnTo>
                    <a:pt x="1396876" y="69124"/>
                  </a:lnTo>
                  <a:lnTo>
                    <a:pt x="1352008" y="53360"/>
                  </a:lnTo>
                  <a:lnTo>
                    <a:pt x="1306149" y="39524"/>
                  </a:lnTo>
                  <a:lnTo>
                    <a:pt x="1259359" y="27670"/>
                  </a:lnTo>
                  <a:lnTo>
                    <a:pt x="1211695" y="17851"/>
                  </a:lnTo>
                  <a:lnTo>
                    <a:pt x="1163215" y="10121"/>
                  </a:lnTo>
                  <a:lnTo>
                    <a:pt x="1113977" y="4534"/>
                  </a:lnTo>
                  <a:lnTo>
                    <a:pt x="1064039" y="1142"/>
                  </a:lnTo>
                  <a:lnTo>
                    <a:pt x="1013460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7" name="object 7"/>
            <p:cNvSpPr/>
            <p:nvPr/>
          </p:nvSpPr>
          <p:spPr>
            <a:xfrm>
              <a:off x="1599438" y="3347465"/>
              <a:ext cx="2026920" cy="1866900"/>
            </a:xfrm>
            <a:custGeom>
              <a:avLst/>
              <a:gdLst/>
              <a:ahLst/>
              <a:cxnLst/>
              <a:rect l="l" t="t" r="r" b="b"/>
              <a:pathLst>
                <a:path w="2026920" h="1866900">
                  <a:moveTo>
                    <a:pt x="0" y="933450"/>
                  </a:moveTo>
                  <a:lnTo>
                    <a:pt x="1240" y="886864"/>
                  </a:lnTo>
                  <a:lnTo>
                    <a:pt x="4922" y="840870"/>
                  </a:lnTo>
                  <a:lnTo>
                    <a:pt x="10989" y="795519"/>
                  </a:lnTo>
                  <a:lnTo>
                    <a:pt x="19381" y="750867"/>
                  </a:lnTo>
                  <a:lnTo>
                    <a:pt x="30041" y="706966"/>
                  </a:lnTo>
                  <a:lnTo>
                    <a:pt x="42911" y="663870"/>
                  </a:lnTo>
                  <a:lnTo>
                    <a:pt x="57932" y="621633"/>
                  </a:lnTo>
                  <a:lnTo>
                    <a:pt x="75047" y="580307"/>
                  </a:lnTo>
                  <a:lnTo>
                    <a:pt x="94198" y="539947"/>
                  </a:lnTo>
                  <a:lnTo>
                    <a:pt x="115326" y="500605"/>
                  </a:lnTo>
                  <a:lnTo>
                    <a:pt x="138373" y="462336"/>
                  </a:lnTo>
                  <a:lnTo>
                    <a:pt x="163282" y="425193"/>
                  </a:lnTo>
                  <a:lnTo>
                    <a:pt x="189993" y="389229"/>
                  </a:lnTo>
                  <a:lnTo>
                    <a:pt x="218450" y="354498"/>
                  </a:lnTo>
                  <a:lnTo>
                    <a:pt x="248594" y="321053"/>
                  </a:lnTo>
                  <a:lnTo>
                    <a:pt x="280367" y="288948"/>
                  </a:lnTo>
                  <a:lnTo>
                    <a:pt x="313711" y="258236"/>
                  </a:lnTo>
                  <a:lnTo>
                    <a:pt x="348567" y="228972"/>
                  </a:lnTo>
                  <a:lnTo>
                    <a:pt x="384879" y="201207"/>
                  </a:lnTo>
                  <a:lnTo>
                    <a:pt x="422586" y="174997"/>
                  </a:lnTo>
                  <a:lnTo>
                    <a:pt x="461633" y="150393"/>
                  </a:lnTo>
                  <a:lnTo>
                    <a:pt x="501960" y="127451"/>
                  </a:lnTo>
                  <a:lnTo>
                    <a:pt x="543509" y="106223"/>
                  </a:lnTo>
                  <a:lnTo>
                    <a:pt x="586223" y="86763"/>
                  </a:lnTo>
                  <a:lnTo>
                    <a:pt x="630043" y="69124"/>
                  </a:lnTo>
                  <a:lnTo>
                    <a:pt x="674911" y="53360"/>
                  </a:lnTo>
                  <a:lnTo>
                    <a:pt x="720770" y="39524"/>
                  </a:lnTo>
                  <a:lnTo>
                    <a:pt x="767560" y="27670"/>
                  </a:lnTo>
                  <a:lnTo>
                    <a:pt x="815224" y="17851"/>
                  </a:lnTo>
                  <a:lnTo>
                    <a:pt x="863704" y="10121"/>
                  </a:lnTo>
                  <a:lnTo>
                    <a:pt x="912942" y="4534"/>
                  </a:lnTo>
                  <a:lnTo>
                    <a:pt x="962880" y="1142"/>
                  </a:lnTo>
                  <a:lnTo>
                    <a:pt x="1013460" y="0"/>
                  </a:lnTo>
                  <a:lnTo>
                    <a:pt x="1064039" y="1142"/>
                  </a:lnTo>
                  <a:lnTo>
                    <a:pt x="1113977" y="4534"/>
                  </a:lnTo>
                  <a:lnTo>
                    <a:pt x="1163215" y="10121"/>
                  </a:lnTo>
                  <a:lnTo>
                    <a:pt x="1211695" y="17851"/>
                  </a:lnTo>
                  <a:lnTo>
                    <a:pt x="1259359" y="27670"/>
                  </a:lnTo>
                  <a:lnTo>
                    <a:pt x="1306149" y="39524"/>
                  </a:lnTo>
                  <a:lnTo>
                    <a:pt x="1352008" y="53360"/>
                  </a:lnTo>
                  <a:lnTo>
                    <a:pt x="1396876" y="69124"/>
                  </a:lnTo>
                  <a:lnTo>
                    <a:pt x="1440696" y="86763"/>
                  </a:lnTo>
                  <a:lnTo>
                    <a:pt x="1483410" y="106223"/>
                  </a:lnTo>
                  <a:lnTo>
                    <a:pt x="1524959" y="127451"/>
                  </a:lnTo>
                  <a:lnTo>
                    <a:pt x="1565286" y="150393"/>
                  </a:lnTo>
                  <a:lnTo>
                    <a:pt x="1604333" y="174997"/>
                  </a:lnTo>
                  <a:lnTo>
                    <a:pt x="1642040" y="201207"/>
                  </a:lnTo>
                  <a:lnTo>
                    <a:pt x="1678352" y="228972"/>
                  </a:lnTo>
                  <a:lnTo>
                    <a:pt x="1713208" y="258236"/>
                  </a:lnTo>
                  <a:lnTo>
                    <a:pt x="1746552" y="288948"/>
                  </a:lnTo>
                  <a:lnTo>
                    <a:pt x="1778325" y="321053"/>
                  </a:lnTo>
                  <a:lnTo>
                    <a:pt x="1808469" y="354498"/>
                  </a:lnTo>
                  <a:lnTo>
                    <a:pt x="1836926" y="389229"/>
                  </a:lnTo>
                  <a:lnTo>
                    <a:pt x="1863637" y="425193"/>
                  </a:lnTo>
                  <a:lnTo>
                    <a:pt x="1888546" y="462336"/>
                  </a:lnTo>
                  <a:lnTo>
                    <a:pt x="1911593" y="500605"/>
                  </a:lnTo>
                  <a:lnTo>
                    <a:pt x="1932721" y="539947"/>
                  </a:lnTo>
                  <a:lnTo>
                    <a:pt x="1951872" y="580307"/>
                  </a:lnTo>
                  <a:lnTo>
                    <a:pt x="1968987" y="621633"/>
                  </a:lnTo>
                  <a:lnTo>
                    <a:pt x="1984008" y="663870"/>
                  </a:lnTo>
                  <a:lnTo>
                    <a:pt x="1996878" y="706966"/>
                  </a:lnTo>
                  <a:lnTo>
                    <a:pt x="2007538" y="750867"/>
                  </a:lnTo>
                  <a:lnTo>
                    <a:pt x="2015930" y="795519"/>
                  </a:lnTo>
                  <a:lnTo>
                    <a:pt x="2021997" y="840870"/>
                  </a:lnTo>
                  <a:lnTo>
                    <a:pt x="2025679" y="886864"/>
                  </a:lnTo>
                  <a:lnTo>
                    <a:pt x="2026920" y="933450"/>
                  </a:lnTo>
                  <a:lnTo>
                    <a:pt x="2025679" y="980035"/>
                  </a:lnTo>
                  <a:lnTo>
                    <a:pt x="2021997" y="1026029"/>
                  </a:lnTo>
                  <a:lnTo>
                    <a:pt x="2015930" y="1071380"/>
                  </a:lnTo>
                  <a:lnTo>
                    <a:pt x="2007538" y="1116032"/>
                  </a:lnTo>
                  <a:lnTo>
                    <a:pt x="1996878" y="1159933"/>
                  </a:lnTo>
                  <a:lnTo>
                    <a:pt x="1984008" y="1203029"/>
                  </a:lnTo>
                  <a:lnTo>
                    <a:pt x="1968987" y="1245266"/>
                  </a:lnTo>
                  <a:lnTo>
                    <a:pt x="1951872" y="1286592"/>
                  </a:lnTo>
                  <a:lnTo>
                    <a:pt x="1932721" y="1326952"/>
                  </a:lnTo>
                  <a:lnTo>
                    <a:pt x="1911593" y="1366294"/>
                  </a:lnTo>
                  <a:lnTo>
                    <a:pt x="1888546" y="1404563"/>
                  </a:lnTo>
                  <a:lnTo>
                    <a:pt x="1863637" y="1441706"/>
                  </a:lnTo>
                  <a:lnTo>
                    <a:pt x="1836926" y="1477670"/>
                  </a:lnTo>
                  <a:lnTo>
                    <a:pt x="1808469" y="1512401"/>
                  </a:lnTo>
                  <a:lnTo>
                    <a:pt x="1778325" y="1545846"/>
                  </a:lnTo>
                  <a:lnTo>
                    <a:pt x="1746552" y="1577951"/>
                  </a:lnTo>
                  <a:lnTo>
                    <a:pt x="1713208" y="1608663"/>
                  </a:lnTo>
                  <a:lnTo>
                    <a:pt x="1678352" y="1637927"/>
                  </a:lnTo>
                  <a:lnTo>
                    <a:pt x="1642040" y="1665692"/>
                  </a:lnTo>
                  <a:lnTo>
                    <a:pt x="1604333" y="1691902"/>
                  </a:lnTo>
                  <a:lnTo>
                    <a:pt x="1565286" y="1716506"/>
                  </a:lnTo>
                  <a:lnTo>
                    <a:pt x="1524959" y="1739448"/>
                  </a:lnTo>
                  <a:lnTo>
                    <a:pt x="1483410" y="1760676"/>
                  </a:lnTo>
                  <a:lnTo>
                    <a:pt x="1440696" y="1780136"/>
                  </a:lnTo>
                  <a:lnTo>
                    <a:pt x="1396876" y="1797775"/>
                  </a:lnTo>
                  <a:lnTo>
                    <a:pt x="1352008" y="1813539"/>
                  </a:lnTo>
                  <a:lnTo>
                    <a:pt x="1306149" y="1827375"/>
                  </a:lnTo>
                  <a:lnTo>
                    <a:pt x="1259359" y="1839229"/>
                  </a:lnTo>
                  <a:lnTo>
                    <a:pt x="1211695" y="1849048"/>
                  </a:lnTo>
                  <a:lnTo>
                    <a:pt x="1163215" y="1856778"/>
                  </a:lnTo>
                  <a:lnTo>
                    <a:pt x="1113977" y="1862365"/>
                  </a:lnTo>
                  <a:lnTo>
                    <a:pt x="1064039" y="1865757"/>
                  </a:lnTo>
                  <a:lnTo>
                    <a:pt x="1013460" y="1866900"/>
                  </a:lnTo>
                  <a:lnTo>
                    <a:pt x="962880" y="1865757"/>
                  </a:lnTo>
                  <a:lnTo>
                    <a:pt x="912942" y="1862365"/>
                  </a:lnTo>
                  <a:lnTo>
                    <a:pt x="863704" y="1856778"/>
                  </a:lnTo>
                  <a:lnTo>
                    <a:pt x="815224" y="1849048"/>
                  </a:lnTo>
                  <a:lnTo>
                    <a:pt x="767560" y="1839229"/>
                  </a:lnTo>
                  <a:lnTo>
                    <a:pt x="720770" y="1827375"/>
                  </a:lnTo>
                  <a:lnTo>
                    <a:pt x="674911" y="1813539"/>
                  </a:lnTo>
                  <a:lnTo>
                    <a:pt x="630043" y="1797775"/>
                  </a:lnTo>
                  <a:lnTo>
                    <a:pt x="586223" y="1780136"/>
                  </a:lnTo>
                  <a:lnTo>
                    <a:pt x="543509" y="1760676"/>
                  </a:lnTo>
                  <a:lnTo>
                    <a:pt x="501960" y="1739448"/>
                  </a:lnTo>
                  <a:lnTo>
                    <a:pt x="461633" y="1716506"/>
                  </a:lnTo>
                  <a:lnTo>
                    <a:pt x="422586" y="1691902"/>
                  </a:lnTo>
                  <a:lnTo>
                    <a:pt x="384879" y="1665692"/>
                  </a:lnTo>
                  <a:lnTo>
                    <a:pt x="348567" y="1637927"/>
                  </a:lnTo>
                  <a:lnTo>
                    <a:pt x="313711" y="1608663"/>
                  </a:lnTo>
                  <a:lnTo>
                    <a:pt x="280367" y="1577951"/>
                  </a:lnTo>
                  <a:lnTo>
                    <a:pt x="248594" y="1545846"/>
                  </a:lnTo>
                  <a:lnTo>
                    <a:pt x="218450" y="1512401"/>
                  </a:lnTo>
                  <a:lnTo>
                    <a:pt x="189993" y="1477670"/>
                  </a:lnTo>
                  <a:lnTo>
                    <a:pt x="163282" y="1441706"/>
                  </a:lnTo>
                  <a:lnTo>
                    <a:pt x="138373" y="1404563"/>
                  </a:lnTo>
                  <a:lnTo>
                    <a:pt x="115326" y="1366294"/>
                  </a:lnTo>
                  <a:lnTo>
                    <a:pt x="94198" y="1326952"/>
                  </a:lnTo>
                  <a:lnTo>
                    <a:pt x="75047" y="1286592"/>
                  </a:lnTo>
                  <a:lnTo>
                    <a:pt x="57932" y="1245266"/>
                  </a:lnTo>
                  <a:lnTo>
                    <a:pt x="42911" y="1203029"/>
                  </a:lnTo>
                  <a:lnTo>
                    <a:pt x="30041" y="1159933"/>
                  </a:lnTo>
                  <a:lnTo>
                    <a:pt x="19381" y="1116032"/>
                  </a:lnTo>
                  <a:lnTo>
                    <a:pt x="10989" y="1071380"/>
                  </a:lnTo>
                  <a:lnTo>
                    <a:pt x="4922" y="1026029"/>
                  </a:lnTo>
                  <a:lnTo>
                    <a:pt x="1240" y="980035"/>
                  </a:lnTo>
                  <a:lnTo>
                    <a:pt x="0" y="933450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94696" y="6179248"/>
            <a:ext cx="1391604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83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Situa</a:t>
            </a:r>
            <a:r>
              <a:rPr sz="2700" spc="-83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ț</a:t>
            </a:r>
            <a:r>
              <a:rPr sz="2700" spc="-83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ie</a:t>
            </a:r>
            <a:endParaRPr sz="27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85954" y="5068634"/>
            <a:ext cx="3071813" cy="2831783"/>
            <a:chOff x="4323969" y="3379089"/>
            <a:chExt cx="2047875" cy="1887855"/>
          </a:xfrm>
        </p:grpSpPr>
        <p:sp>
          <p:nvSpPr>
            <p:cNvPr id="10" name="object 10"/>
            <p:cNvSpPr/>
            <p:nvPr/>
          </p:nvSpPr>
          <p:spPr>
            <a:xfrm>
              <a:off x="4333494" y="3388614"/>
              <a:ext cx="2028825" cy="1868805"/>
            </a:xfrm>
            <a:custGeom>
              <a:avLst/>
              <a:gdLst/>
              <a:ahLst/>
              <a:cxnLst/>
              <a:rect l="l" t="t" r="r" b="b"/>
              <a:pathLst>
                <a:path w="2028825" h="1868804">
                  <a:moveTo>
                    <a:pt x="1014221" y="0"/>
                  </a:moveTo>
                  <a:lnTo>
                    <a:pt x="963597" y="1143"/>
                  </a:lnTo>
                  <a:lnTo>
                    <a:pt x="913615" y="4537"/>
                  </a:lnTo>
                  <a:lnTo>
                    <a:pt x="864334" y="10128"/>
                  </a:lnTo>
                  <a:lnTo>
                    <a:pt x="815813" y="17862"/>
                  </a:lnTo>
                  <a:lnTo>
                    <a:pt x="768109" y="27687"/>
                  </a:lnTo>
                  <a:lnTo>
                    <a:pt x="721280" y="39549"/>
                  </a:lnTo>
                  <a:lnTo>
                    <a:pt x="675384" y="53394"/>
                  </a:lnTo>
                  <a:lnTo>
                    <a:pt x="630480" y="69169"/>
                  </a:lnTo>
                  <a:lnTo>
                    <a:pt x="586626" y="86819"/>
                  </a:lnTo>
                  <a:lnTo>
                    <a:pt x="543880" y="106293"/>
                  </a:lnTo>
                  <a:lnTo>
                    <a:pt x="502299" y="127536"/>
                  </a:lnTo>
                  <a:lnTo>
                    <a:pt x="461942" y="150494"/>
                  </a:lnTo>
                  <a:lnTo>
                    <a:pt x="422866" y="175115"/>
                  </a:lnTo>
                  <a:lnTo>
                    <a:pt x="385131" y="201344"/>
                  </a:lnTo>
                  <a:lnTo>
                    <a:pt x="348794" y="229129"/>
                  </a:lnTo>
                  <a:lnTo>
                    <a:pt x="313913" y="258415"/>
                  </a:lnTo>
                  <a:lnTo>
                    <a:pt x="280546" y="289150"/>
                  </a:lnTo>
                  <a:lnTo>
                    <a:pt x="248752" y="321280"/>
                  </a:lnTo>
                  <a:lnTo>
                    <a:pt x="218587" y="354750"/>
                  </a:lnTo>
                  <a:lnTo>
                    <a:pt x="190112" y="389509"/>
                  </a:lnTo>
                  <a:lnTo>
                    <a:pt x="163382" y="425501"/>
                  </a:lnTo>
                  <a:lnTo>
                    <a:pt x="138458" y="462675"/>
                  </a:lnTo>
                  <a:lnTo>
                    <a:pt x="115396" y="500975"/>
                  </a:lnTo>
                  <a:lnTo>
                    <a:pt x="94254" y="540350"/>
                  </a:lnTo>
                  <a:lnTo>
                    <a:pt x="75092" y="580744"/>
                  </a:lnTo>
                  <a:lnTo>
                    <a:pt x="57967" y="622106"/>
                  </a:lnTo>
                  <a:lnTo>
                    <a:pt x="42936" y="664380"/>
                  </a:lnTo>
                  <a:lnTo>
                    <a:pt x="30058" y="707515"/>
                  </a:lnTo>
                  <a:lnTo>
                    <a:pt x="19392" y="751456"/>
                  </a:lnTo>
                  <a:lnTo>
                    <a:pt x="10995" y="796149"/>
                  </a:lnTo>
                  <a:lnTo>
                    <a:pt x="4925" y="841542"/>
                  </a:lnTo>
                  <a:lnTo>
                    <a:pt x="1241" y="887581"/>
                  </a:lnTo>
                  <a:lnTo>
                    <a:pt x="0" y="934212"/>
                  </a:lnTo>
                  <a:lnTo>
                    <a:pt x="1241" y="980842"/>
                  </a:lnTo>
                  <a:lnTo>
                    <a:pt x="4925" y="1026881"/>
                  </a:lnTo>
                  <a:lnTo>
                    <a:pt x="10995" y="1072274"/>
                  </a:lnTo>
                  <a:lnTo>
                    <a:pt x="19392" y="1116967"/>
                  </a:lnTo>
                  <a:lnTo>
                    <a:pt x="30058" y="1160908"/>
                  </a:lnTo>
                  <a:lnTo>
                    <a:pt x="42936" y="1204043"/>
                  </a:lnTo>
                  <a:lnTo>
                    <a:pt x="57967" y="1246317"/>
                  </a:lnTo>
                  <a:lnTo>
                    <a:pt x="75092" y="1287679"/>
                  </a:lnTo>
                  <a:lnTo>
                    <a:pt x="94254" y="1328073"/>
                  </a:lnTo>
                  <a:lnTo>
                    <a:pt x="115396" y="1367448"/>
                  </a:lnTo>
                  <a:lnTo>
                    <a:pt x="138458" y="1405748"/>
                  </a:lnTo>
                  <a:lnTo>
                    <a:pt x="163382" y="1442922"/>
                  </a:lnTo>
                  <a:lnTo>
                    <a:pt x="190112" y="1478914"/>
                  </a:lnTo>
                  <a:lnTo>
                    <a:pt x="218587" y="1513673"/>
                  </a:lnTo>
                  <a:lnTo>
                    <a:pt x="248752" y="1547143"/>
                  </a:lnTo>
                  <a:lnTo>
                    <a:pt x="280546" y="1579273"/>
                  </a:lnTo>
                  <a:lnTo>
                    <a:pt x="313913" y="1610008"/>
                  </a:lnTo>
                  <a:lnTo>
                    <a:pt x="348794" y="1639294"/>
                  </a:lnTo>
                  <a:lnTo>
                    <a:pt x="385131" y="1667079"/>
                  </a:lnTo>
                  <a:lnTo>
                    <a:pt x="422866" y="1693308"/>
                  </a:lnTo>
                  <a:lnTo>
                    <a:pt x="461942" y="1717929"/>
                  </a:lnTo>
                  <a:lnTo>
                    <a:pt x="502299" y="1740887"/>
                  </a:lnTo>
                  <a:lnTo>
                    <a:pt x="543880" y="1762130"/>
                  </a:lnTo>
                  <a:lnTo>
                    <a:pt x="586626" y="1781604"/>
                  </a:lnTo>
                  <a:lnTo>
                    <a:pt x="630480" y="1799254"/>
                  </a:lnTo>
                  <a:lnTo>
                    <a:pt x="675384" y="1815029"/>
                  </a:lnTo>
                  <a:lnTo>
                    <a:pt x="721280" y="1828874"/>
                  </a:lnTo>
                  <a:lnTo>
                    <a:pt x="768109" y="1840736"/>
                  </a:lnTo>
                  <a:lnTo>
                    <a:pt x="815813" y="1850561"/>
                  </a:lnTo>
                  <a:lnTo>
                    <a:pt x="864334" y="1858295"/>
                  </a:lnTo>
                  <a:lnTo>
                    <a:pt x="913615" y="1863886"/>
                  </a:lnTo>
                  <a:lnTo>
                    <a:pt x="963597" y="1867280"/>
                  </a:lnTo>
                  <a:lnTo>
                    <a:pt x="1014221" y="1868424"/>
                  </a:lnTo>
                  <a:lnTo>
                    <a:pt x="1064846" y="1867280"/>
                  </a:lnTo>
                  <a:lnTo>
                    <a:pt x="1114828" y="1863886"/>
                  </a:lnTo>
                  <a:lnTo>
                    <a:pt x="1164109" y="1858295"/>
                  </a:lnTo>
                  <a:lnTo>
                    <a:pt x="1212630" y="1850561"/>
                  </a:lnTo>
                  <a:lnTo>
                    <a:pt x="1260334" y="1840736"/>
                  </a:lnTo>
                  <a:lnTo>
                    <a:pt x="1307163" y="1828874"/>
                  </a:lnTo>
                  <a:lnTo>
                    <a:pt x="1353059" y="1815029"/>
                  </a:lnTo>
                  <a:lnTo>
                    <a:pt x="1397963" y="1799254"/>
                  </a:lnTo>
                  <a:lnTo>
                    <a:pt x="1441817" y="1781604"/>
                  </a:lnTo>
                  <a:lnTo>
                    <a:pt x="1484563" y="1762130"/>
                  </a:lnTo>
                  <a:lnTo>
                    <a:pt x="1526144" y="1740887"/>
                  </a:lnTo>
                  <a:lnTo>
                    <a:pt x="1566501" y="1717929"/>
                  </a:lnTo>
                  <a:lnTo>
                    <a:pt x="1605577" y="1693308"/>
                  </a:lnTo>
                  <a:lnTo>
                    <a:pt x="1643312" y="1667079"/>
                  </a:lnTo>
                  <a:lnTo>
                    <a:pt x="1679649" y="1639294"/>
                  </a:lnTo>
                  <a:lnTo>
                    <a:pt x="1714530" y="1610008"/>
                  </a:lnTo>
                  <a:lnTo>
                    <a:pt x="1747897" y="1579273"/>
                  </a:lnTo>
                  <a:lnTo>
                    <a:pt x="1779691" y="1547143"/>
                  </a:lnTo>
                  <a:lnTo>
                    <a:pt x="1809856" y="1513673"/>
                  </a:lnTo>
                  <a:lnTo>
                    <a:pt x="1838331" y="1478914"/>
                  </a:lnTo>
                  <a:lnTo>
                    <a:pt x="1865061" y="1442922"/>
                  </a:lnTo>
                  <a:lnTo>
                    <a:pt x="1889985" y="1405748"/>
                  </a:lnTo>
                  <a:lnTo>
                    <a:pt x="1913047" y="1367448"/>
                  </a:lnTo>
                  <a:lnTo>
                    <a:pt x="1934189" y="1328073"/>
                  </a:lnTo>
                  <a:lnTo>
                    <a:pt x="1953351" y="1287679"/>
                  </a:lnTo>
                  <a:lnTo>
                    <a:pt x="1970476" y="1246317"/>
                  </a:lnTo>
                  <a:lnTo>
                    <a:pt x="1985507" y="1204043"/>
                  </a:lnTo>
                  <a:lnTo>
                    <a:pt x="1998385" y="1160908"/>
                  </a:lnTo>
                  <a:lnTo>
                    <a:pt x="2009051" y="1116967"/>
                  </a:lnTo>
                  <a:lnTo>
                    <a:pt x="2017448" y="1072274"/>
                  </a:lnTo>
                  <a:lnTo>
                    <a:pt x="2023518" y="1026881"/>
                  </a:lnTo>
                  <a:lnTo>
                    <a:pt x="2027202" y="980842"/>
                  </a:lnTo>
                  <a:lnTo>
                    <a:pt x="2028443" y="934212"/>
                  </a:lnTo>
                  <a:lnTo>
                    <a:pt x="2027202" y="887581"/>
                  </a:lnTo>
                  <a:lnTo>
                    <a:pt x="2023518" y="841542"/>
                  </a:lnTo>
                  <a:lnTo>
                    <a:pt x="2017448" y="796149"/>
                  </a:lnTo>
                  <a:lnTo>
                    <a:pt x="2009051" y="751456"/>
                  </a:lnTo>
                  <a:lnTo>
                    <a:pt x="1998385" y="707515"/>
                  </a:lnTo>
                  <a:lnTo>
                    <a:pt x="1985507" y="664380"/>
                  </a:lnTo>
                  <a:lnTo>
                    <a:pt x="1970476" y="622106"/>
                  </a:lnTo>
                  <a:lnTo>
                    <a:pt x="1953351" y="580744"/>
                  </a:lnTo>
                  <a:lnTo>
                    <a:pt x="1934189" y="540350"/>
                  </a:lnTo>
                  <a:lnTo>
                    <a:pt x="1913047" y="500975"/>
                  </a:lnTo>
                  <a:lnTo>
                    <a:pt x="1889985" y="462675"/>
                  </a:lnTo>
                  <a:lnTo>
                    <a:pt x="1865061" y="425501"/>
                  </a:lnTo>
                  <a:lnTo>
                    <a:pt x="1838331" y="389509"/>
                  </a:lnTo>
                  <a:lnTo>
                    <a:pt x="1809856" y="354750"/>
                  </a:lnTo>
                  <a:lnTo>
                    <a:pt x="1779691" y="321280"/>
                  </a:lnTo>
                  <a:lnTo>
                    <a:pt x="1747897" y="289150"/>
                  </a:lnTo>
                  <a:lnTo>
                    <a:pt x="1714530" y="258415"/>
                  </a:lnTo>
                  <a:lnTo>
                    <a:pt x="1679649" y="229129"/>
                  </a:lnTo>
                  <a:lnTo>
                    <a:pt x="1643312" y="201344"/>
                  </a:lnTo>
                  <a:lnTo>
                    <a:pt x="1605577" y="175115"/>
                  </a:lnTo>
                  <a:lnTo>
                    <a:pt x="1566501" y="150494"/>
                  </a:lnTo>
                  <a:lnTo>
                    <a:pt x="1526144" y="127536"/>
                  </a:lnTo>
                  <a:lnTo>
                    <a:pt x="1484563" y="106293"/>
                  </a:lnTo>
                  <a:lnTo>
                    <a:pt x="1441817" y="86819"/>
                  </a:lnTo>
                  <a:lnTo>
                    <a:pt x="1397963" y="69169"/>
                  </a:lnTo>
                  <a:lnTo>
                    <a:pt x="1353059" y="53394"/>
                  </a:lnTo>
                  <a:lnTo>
                    <a:pt x="1307163" y="39549"/>
                  </a:lnTo>
                  <a:lnTo>
                    <a:pt x="1260334" y="27687"/>
                  </a:lnTo>
                  <a:lnTo>
                    <a:pt x="1212630" y="17862"/>
                  </a:lnTo>
                  <a:lnTo>
                    <a:pt x="1164109" y="10128"/>
                  </a:lnTo>
                  <a:lnTo>
                    <a:pt x="1114828" y="4537"/>
                  </a:lnTo>
                  <a:lnTo>
                    <a:pt x="1064846" y="1143"/>
                  </a:lnTo>
                  <a:lnTo>
                    <a:pt x="1014221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33494" y="3388614"/>
              <a:ext cx="2028825" cy="1868805"/>
            </a:xfrm>
            <a:custGeom>
              <a:avLst/>
              <a:gdLst/>
              <a:ahLst/>
              <a:cxnLst/>
              <a:rect l="l" t="t" r="r" b="b"/>
              <a:pathLst>
                <a:path w="2028825" h="1868804">
                  <a:moveTo>
                    <a:pt x="0" y="934212"/>
                  </a:moveTo>
                  <a:lnTo>
                    <a:pt x="1241" y="887581"/>
                  </a:lnTo>
                  <a:lnTo>
                    <a:pt x="4925" y="841542"/>
                  </a:lnTo>
                  <a:lnTo>
                    <a:pt x="10995" y="796149"/>
                  </a:lnTo>
                  <a:lnTo>
                    <a:pt x="19392" y="751456"/>
                  </a:lnTo>
                  <a:lnTo>
                    <a:pt x="30058" y="707515"/>
                  </a:lnTo>
                  <a:lnTo>
                    <a:pt x="42936" y="664380"/>
                  </a:lnTo>
                  <a:lnTo>
                    <a:pt x="57967" y="622106"/>
                  </a:lnTo>
                  <a:lnTo>
                    <a:pt x="75092" y="580744"/>
                  </a:lnTo>
                  <a:lnTo>
                    <a:pt x="94254" y="540350"/>
                  </a:lnTo>
                  <a:lnTo>
                    <a:pt x="115396" y="500975"/>
                  </a:lnTo>
                  <a:lnTo>
                    <a:pt x="138458" y="462675"/>
                  </a:lnTo>
                  <a:lnTo>
                    <a:pt x="163382" y="425501"/>
                  </a:lnTo>
                  <a:lnTo>
                    <a:pt x="190112" y="389509"/>
                  </a:lnTo>
                  <a:lnTo>
                    <a:pt x="218587" y="354750"/>
                  </a:lnTo>
                  <a:lnTo>
                    <a:pt x="248752" y="321280"/>
                  </a:lnTo>
                  <a:lnTo>
                    <a:pt x="280546" y="289150"/>
                  </a:lnTo>
                  <a:lnTo>
                    <a:pt x="313913" y="258415"/>
                  </a:lnTo>
                  <a:lnTo>
                    <a:pt x="348794" y="229129"/>
                  </a:lnTo>
                  <a:lnTo>
                    <a:pt x="385131" y="201344"/>
                  </a:lnTo>
                  <a:lnTo>
                    <a:pt x="422866" y="175115"/>
                  </a:lnTo>
                  <a:lnTo>
                    <a:pt x="461942" y="150494"/>
                  </a:lnTo>
                  <a:lnTo>
                    <a:pt x="502299" y="127536"/>
                  </a:lnTo>
                  <a:lnTo>
                    <a:pt x="543880" y="106293"/>
                  </a:lnTo>
                  <a:lnTo>
                    <a:pt x="586626" y="86819"/>
                  </a:lnTo>
                  <a:lnTo>
                    <a:pt x="630480" y="69169"/>
                  </a:lnTo>
                  <a:lnTo>
                    <a:pt x="675384" y="53394"/>
                  </a:lnTo>
                  <a:lnTo>
                    <a:pt x="721280" y="39549"/>
                  </a:lnTo>
                  <a:lnTo>
                    <a:pt x="768109" y="27687"/>
                  </a:lnTo>
                  <a:lnTo>
                    <a:pt x="815813" y="17862"/>
                  </a:lnTo>
                  <a:lnTo>
                    <a:pt x="864334" y="10128"/>
                  </a:lnTo>
                  <a:lnTo>
                    <a:pt x="913615" y="4537"/>
                  </a:lnTo>
                  <a:lnTo>
                    <a:pt x="963597" y="1143"/>
                  </a:lnTo>
                  <a:lnTo>
                    <a:pt x="1014221" y="0"/>
                  </a:lnTo>
                  <a:lnTo>
                    <a:pt x="1064846" y="1143"/>
                  </a:lnTo>
                  <a:lnTo>
                    <a:pt x="1114828" y="4537"/>
                  </a:lnTo>
                  <a:lnTo>
                    <a:pt x="1164109" y="10128"/>
                  </a:lnTo>
                  <a:lnTo>
                    <a:pt x="1212630" y="17862"/>
                  </a:lnTo>
                  <a:lnTo>
                    <a:pt x="1260334" y="27687"/>
                  </a:lnTo>
                  <a:lnTo>
                    <a:pt x="1307163" y="39549"/>
                  </a:lnTo>
                  <a:lnTo>
                    <a:pt x="1353059" y="53394"/>
                  </a:lnTo>
                  <a:lnTo>
                    <a:pt x="1397963" y="69169"/>
                  </a:lnTo>
                  <a:lnTo>
                    <a:pt x="1441817" y="86819"/>
                  </a:lnTo>
                  <a:lnTo>
                    <a:pt x="1484563" y="106293"/>
                  </a:lnTo>
                  <a:lnTo>
                    <a:pt x="1526144" y="127536"/>
                  </a:lnTo>
                  <a:lnTo>
                    <a:pt x="1566501" y="150494"/>
                  </a:lnTo>
                  <a:lnTo>
                    <a:pt x="1605577" y="175115"/>
                  </a:lnTo>
                  <a:lnTo>
                    <a:pt x="1643312" y="201344"/>
                  </a:lnTo>
                  <a:lnTo>
                    <a:pt x="1679649" y="229129"/>
                  </a:lnTo>
                  <a:lnTo>
                    <a:pt x="1714530" y="258415"/>
                  </a:lnTo>
                  <a:lnTo>
                    <a:pt x="1747897" y="289150"/>
                  </a:lnTo>
                  <a:lnTo>
                    <a:pt x="1779691" y="321280"/>
                  </a:lnTo>
                  <a:lnTo>
                    <a:pt x="1809856" y="354750"/>
                  </a:lnTo>
                  <a:lnTo>
                    <a:pt x="1838331" y="389509"/>
                  </a:lnTo>
                  <a:lnTo>
                    <a:pt x="1865061" y="425501"/>
                  </a:lnTo>
                  <a:lnTo>
                    <a:pt x="1889985" y="462675"/>
                  </a:lnTo>
                  <a:lnTo>
                    <a:pt x="1913047" y="500975"/>
                  </a:lnTo>
                  <a:lnTo>
                    <a:pt x="1934189" y="540350"/>
                  </a:lnTo>
                  <a:lnTo>
                    <a:pt x="1953351" y="580744"/>
                  </a:lnTo>
                  <a:lnTo>
                    <a:pt x="1970476" y="622106"/>
                  </a:lnTo>
                  <a:lnTo>
                    <a:pt x="1985507" y="664380"/>
                  </a:lnTo>
                  <a:lnTo>
                    <a:pt x="1998385" y="707515"/>
                  </a:lnTo>
                  <a:lnTo>
                    <a:pt x="2009051" y="751456"/>
                  </a:lnTo>
                  <a:lnTo>
                    <a:pt x="2017448" y="796149"/>
                  </a:lnTo>
                  <a:lnTo>
                    <a:pt x="2023518" y="841542"/>
                  </a:lnTo>
                  <a:lnTo>
                    <a:pt x="2027202" y="887581"/>
                  </a:lnTo>
                  <a:lnTo>
                    <a:pt x="2028443" y="934212"/>
                  </a:lnTo>
                  <a:lnTo>
                    <a:pt x="2027202" y="980842"/>
                  </a:lnTo>
                  <a:lnTo>
                    <a:pt x="2023518" y="1026881"/>
                  </a:lnTo>
                  <a:lnTo>
                    <a:pt x="2017448" y="1072274"/>
                  </a:lnTo>
                  <a:lnTo>
                    <a:pt x="2009051" y="1116967"/>
                  </a:lnTo>
                  <a:lnTo>
                    <a:pt x="1998385" y="1160908"/>
                  </a:lnTo>
                  <a:lnTo>
                    <a:pt x="1985507" y="1204043"/>
                  </a:lnTo>
                  <a:lnTo>
                    <a:pt x="1970476" y="1246317"/>
                  </a:lnTo>
                  <a:lnTo>
                    <a:pt x="1953351" y="1287679"/>
                  </a:lnTo>
                  <a:lnTo>
                    <a:pt x="1934189" y="1328073"/>
                  </a:lnTo>
                  <a:lnTo>
                    <a:pt x="1913047" y="1367448"/>
                  </a:lnTo>
                  <a:lnTo>
                    <a:pt x="1889985" y="1405748"/>
                  </a:lnTo>
                  <a:lnTo>
                    <a:pt x="1865061" y="1442922"/>
                  </a:lnTo>
                  <a:lnTo>
                    <a:pt x="1838331" y="1478914"/>
                  </a:lnTo>
                  <a:lnTo>
                    <a:pt x="1809856" y="1513673"/>
                  </a:lnTo>
                  <a:lnTo>
                    <a:pt x="1779691" y="1547143"/>
                  </a:lnTo>
                  <a:lnTo>
                    <a:pt x="1747897" y="1579273"/>
                  </a:lnTo>
                  <a:lnTo>
                    <a:pt x="1714530" y="1610008"/>
                  </a:lnTo>
                  <a:lnTo>
                    <a:pt x="1679649" y="1639294"/>
                  </a:lnTo>
                  <a:lnTo>
                    <a:pt x="1643312" y="1667079"/>
                  </a:lnTo>
                  <a:lnTo>
                    <a:pt x="1605577" y="1693308"/>
                  </a:lnTo>
                  <a:lnTo>
                    <a:pt x="1566501" y="1717929"/>
                  </a:lnTo>
                  <a:lnTo>
                    <a:pt x="1526144" y="1740887"/>
                  </a:lnTo>
                  <a:lnTo>
                    <a:pt x="1484563" y="1762130"/>
                  </a:lnTo>
                  <a:lnTo>
                    <a:pt x="1441817" y="1781604"/>
                  </a:lnTo>
                  <a:lnTo>
                    <a:pt x="1397963" y="1799254"/>
                  </a:lnTo>
                  <a:lnTo>
                    <a:pt x="1353059" y="1815029"/>
                  </a:lnTo>
                  <a:lnTo>
                    <a:pt x="1307163" y="1828874"/>
                  </a:lnTo>
                  <a:lnTo>
                    <a:pt x="1260334" y="1840736"/>
                  </a:lnTo>
                  <a:lnTo>
                    <a:pt x="1212630" y="1850561"/>
                  </a:lnTo>
                  <a:lnTo>
                    <a:pt x="1164109" y="1858295"/>
                  </a:lnTo>
                  <a:lnTo>
                    <a:pt x="1114828" y="1863886"/>
                  </a:lnTo>
                  <a:lnTo>
                    <a:pt x="1064846" y="1867280"/>
                  </a:lnTo>
                  <a:lnTo>
                    <a:pt x="1014221" y="1868424"/>
                  </a:lnTo>
                  <a:lnTo>
                    <a:pt x="963597" y="1867280"/>
                  </a:lnTo>
                  <a:lnTo>
                    <a:pt x="913615" y="1863886"/>
                  </a:lnTo>
                  <a:lnTo>
                    <a:pt x="864334" y="1858295"/>
                  </a:lnTo>
                  <a:lnTo>
                    <a:pt x="815813" y="1850561"/>
                  </a:lnTo>
                  <a:lnTo>
                    <a:pt x="768109" y="1840736"/>
                  </a:lnTo>
                  <a:lnTo>
                    <a:pt x="721280" y="1828874"/>
                  </a:lnTo>
                  <a:lnTo>
                    <a:pt x="675384" y="1815029"/>
                  </a:lnTo>
                  <a:lnTo>
                    <a:pt x="630480" y="1799254"/>
                  </a:lnTo>
                  <a:lnTo>
                    <a:pt x="586626" y="1781604"/>
                  </a:lnTo>
                  <a:lnTo>
                    <a:pt x="543880" y="1762130"/>
                  </a:lnTo>
                  <a:lnTo>
                    <a:pt x="502299" y="1740887"/>
                  </a:lnTo>
                  <a:lnTo>
                    <a:pt x="461942" y="1717929"/>
                  </a:lnTo>
                  <a:lnTo>
                    <a:pt x="422866" y="1693308"/>
                  </a:lnTo>
                  <a:lnTo>
                    <a:pt x="385131" y="1667079"/>
                  </a:lnTo>
                  <a:lnTo>
                    <a:pt x="348794" y="1639294"/>
                  </a:lnTo>
                  <a:lnTo>
                    <a:pt x="313913" y="1610008"/>
                  </a:lnTo>
                  <a:lnTo>
                    <a:pt x="280546" y="1579273"/>
                  </a:lnTo>
                  <a:lnTo>
                    <a:pt x="248752" y="1547143"/>
                  </a:lnTo>
                  <a:lnTo>
                    <a:pt x="218587" y="1513673"/>
                  </a:lnTo>
                  <a:lnTo>
                    <a:pt x="190112" y="1478914"/>
                  </a:lnTo>
                  <a:lnTo>
                    <a:pt x="163382" y="1442922"/>
                  </a:lnTo>
                  <a:lnTo>
                    <a:pt x="138458" y="1405748"/>
                  </a:lnTo>
                  <a:lnTo>
                    <a:pt x="115396" y="1367448"/>
                  </a:lnTo>
                  <a:lnTo>
                    <a:pt x="94254" y="1328073"/>
                  </a:lnTo>
                  <a:lnTo>
                    <a:pt x="75092" y="1287679"/>
                  </a:lnTo>
                  <a:lnTo>
                    <a:pt x="57967" y="1246317"/>
                  </a:lnTo>
                  <a:lnTo>
                    <a:pt x="42936" y="1204043"/>
                  </a:lnTo>
                  <a:lnTo>
                    <a:pt x="30058" y="1160908"/>
                  </a:lnTo>
                  <a:lnTo>
                    <a:pt x="19392" y="1116967"/>
                  </a:lnTo>
                  <a:lnTo>
                    <a:pt x="10995" y="1072274"/>
                  </a:lnTo>
                  <a:lnTo>
                    <a:pt x="4925" y="1026881"/>
                  </a:lnTo>
                  <a:lnTo>
                    <a:pt x="1241" y="980842"/>
                  </a:lnTo>
                  <a:lnTo>
                    <a:pt x="0" y="934212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95782" y="6241352"/>
            <a:ext cx="125634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Aten</a:t>
            </a:r>
            <a:r>
              <a:rPr sz="2700" spc="-15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ț</a:t>
            </a:r>
            <a:r>
              <a:rPr sz="270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ie</a:t>
            </a:r>
            <a:endParaRPr sz="27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577894" y="5068634"/>
            <a:ext cx="3068955" cy="2831783"/>
            <a:chOff x="7051929" y="3379089"/>
            <a:chExt cx="2045970" cy="1887855"/>
          </a:xfrm>
        </p:grpSpPr>
        <p:sp>
          <p:nvSpPr>
            <p:cNvPr id="14" name="object 14"/>
            <p:cNvSpPr/>
            <p:nvPr/>
          </p:nvSpPr>
          <p:spPr>
            <a:xfrm>
              <a:off x="7061454" y="3388614"/>
              <a:ext cx="2026920" cy="1868805"/>
            </a:xfrm>
            <a:custGeom>
              <a:avLst/>
              <a:gdLst/>
              <a:ahLst/>
              <a:cxnLst/>
              <a:rect l="l" t="t" r="r" b="b"/>
              <a:pathLst>
                <a:path w="2026920" h="1868804">
                  <a:moveTo>
                    <a:pt x="1013460" y="0"/>
                  </a:moveTo>
                  <a:lnTo>
                    <a:pt x="962880" y="1143"/>
                  </a:lnTo>
                  <a:lnTo>
                    <a:pt x="912942" y="4537"/>
                  </a:lnTo>
                  <a:lnTo>
                    <a:pt x="863704" y="10128"/>
                  </a:lnTo>
                  <a:lnTo>
                    <a:pt x="815224" y="17862"/>
                  </a:lnTo>
                  <a:lnTo>
                    <a:pt x="767560" y="27687"/>
                  </a:lnTo>
                  <a:lnTo>
                    <a:pt x="720770" y="39549"/>
                  </a:lnTo>
                  <a:lnTo>
                    <a:pt x="674911" y="53394"/>
                  </a:lnTo>
                  <a:lnTo>
                    <a:pt x="630043" y="69169"/>
                  </a:lnTo>
                  <a:lnTo>
                    <a:pt x="586223" y="86819"/>
                  </a:lnTo>
                  <a:lnTo>
                    <a:pt x="543509" y="106293"/>
                  </a:lnTo>
                  <a:lnTo>
                    <a:pt x="501960" y="127536"/>
                  </a:lnTo>
                  <a:lnTo>
                    <a:pt x="461633" y="150494"/>
                  </a:lnTo>
                  <a:lnTo>
                    <a:pt x="422586" y="175115"/>
                  </a:lnTo>
                  <a:lnTo>
                    <a:pt x="384879" y="201344"/>
                  </a:lnTo>
                  <a:lnTo>
                    <a:pt x="348567" y="229129"/>
                  </a:lnTo>
                  <a:lnTo>
                    <a:pt x="313711" y="258415"/>
                  </a:lnTo>
                  <a:lnTo>
                    <a:pt x="280367" y="289150"/>
                  </a:lnTo>
                  <a:lnTo>
                    <a:pt x="248594" y="321280"/>
                  </a:lnTo>
                  <a:lnTo>
                    <a:pt x="218450" y="354750"/>
                  </a:lnTo>
                  <a:lnTo>
                    <a:pt x="189993" y="389509"/>
                  </a:lnTo>
                  <a:lnTo>
                    <a:pt x="163282" y="425501"/>
                  </a:lnTo>
                  <a:lnTo>
                    <a:pt x="138373" y="462675"/>
                  </a:lnTo>
                  <a:lnTo>
                    <a:pt x="115326" y="500975"/>
                  </a:lnTo>
                  <a:lnTo>
                    <a:pt x="94198" y="540350"/>
                  </a:lnTo>
                  <a:lnTo>
                    <a:pt x="75047" y="580744"/>
                  </a:lnTo>
                  <a:lnTo>
                    <a:pt x="57932" y="622106"/>
                  </a:lnTo>
                  <a:lnTo>
                    <a:pt x="42911" y="664380"/>
                  </a:lnTo>
                  <a:lnTo>
                    <a:pt x="30041" y="707515"/>
                  </a:lnTo>
                  <a:lnTo>
                    <a:pt x="19381" y="751456"/>
                  </a:lnTo>
                  <a:lnTo>
                    <a:pt x="10989" y="796149"/>
                  </a:lnTo>
                  <a:lnTo>
                    <a:pt x="4922" y="841542"/>
                  </a:lnTo>
                  <a:lnTo>
                    <a:pt x="1240" y="887581"/>
                  </a:lnTo>
                  <a:lnTo>
                    <a:pt x="0" y="934212"/>
                  </a:lnTo>
                  <a:lnTo>
                    <a:pt x="1240" y="980842"/>
                  </a:lnTo>
                  <a:lnTo>
                    <a:pt x="4922" y="1026881"/>
                  </a:lnTo>
                  <a:lnTo>
                    <a:pt x="10989" y="1072274"/>
                  </a:lnTo>
                  <a:lnTo>
                    <a:pt x="19381" y="1116967"/>
                  </a:lnTo>
                  <a:lnTo>
                    <a:pt x="30041" y="1160908"/>
                  </a:lnTo>
                  <a:lnTo>
                    <a:pt x="42911" y="1204043"/>
                  </a:lnTo>
                  <a:lnTo>
                    <a:pt x="57932" y="1246317"/>
                  </a:lnTo>
                  <a:lnTo>
                    <a:pt x="75047" y="1287679"/>
                  </a:lnTo>
                  <a:lnTo>
                    <a:pt x="94198" y="1328073"/>
                  </a:lnTo>
                  <a:lnTo>
                    <a:pt x="115326" y="1367448"/>
                  </a:lnTo>
                  <a:lnTo>
                    <a:pt x="138373" y="1405748"/>
                  </a:lnTo>
                  <a:lnTo>
                    <a:pt x="163282" y="1442922"/>
                  </a:lnTo>
                  <a:lnTo>
                    <a:pt x="189993" y="1478914"/>
                  </a:lnTo>
                  <a:lnTo>
                    <a:pt x="218450" y="1513673"/>
                  </a:lnTo>
                  <a:lnTo>
                    <a:pt x="248594" y="1547143"/>
                  </a:lnTo>
                  <a:lnTo>
                    <a:pt x="280367" y="1579273"/>
                  </a:lnTo>
                  <a:lnTo>
                    <a:pt x="313711" y="1610008"/>
                  </a:lnTo>
                  <a:lnTo>
                    <a:pt x="348567" y="1639294"/>
                  </a:lnTo>
                  <a:lnTo>
                    <a:pt x="384879" y="1667079"/>
                  </a:lnTo>
                  <a:lnTo>
                    <a:pt x="422586" y="1693308"/>
                  </a:lnTo>
                  <a:lnTo>
                    <a:pt x="461633" y="1717929"/>
                  </a:lnTo>
                  <a:lnTo>
                    <a:pt x="501960" y="1740887"/>
                  </a:lnTo>
                  <a:lnTo>
                    <a:pt x="543509" y="1762130"/>
                  </a:lnTo>
                  <a:lnTo>
                    <a:pt x="586223" y="1781604"/>
                  </a:lnTo>
                  <a:lnTo>
                    <a:pt x="630043" y="1799254"/>
                  </a:lnTo>
                  <a:lnTo>
                    <a:pt x="674911" y="1815029"/>
                  </a:lnTo>
                  <a:lnTo>
                    <a:pt x="720770" y="1828874"/>
                  </a:lnTo>
                  <a:lnTo>
                    <a:pt x="767560" y="1840736"/>
                  </a:lnTo>
                  <a:lnTo>
                    <a:pt x="815224" y="1850561"/>
                  </a:lnTo>
                  <a:lnTo>
                    <a:pt x="863704" y="1858295"/>
                  </a:lnTo>
                  <a:lnTo>
                    <a:pt x="912942" y="1863886"/>
                  </a:lnTo>
                  <a:lnTo>
                    <a:pt x="962880" y="1867280"/>
                  </a:lnTo>
                  <a:lnTo>
                    <a:pt x="1013460" y="1868424"/>
                  </a:lnTo>
                  <a:lnTo>
                    <a:pt x="1064039" y="1867280"/>
                  </a:lnTo>
                  <a:lnTo>
                    <a:pt x="1113977" y="1863886"/>
                  </a:lnTo>
                  <a:lnTo>
                    <a:pt x="1163215" y="1858295"/>
                  </a:lnTo>
                  <a:lnTo>
                    <a:pt x="1211695" y="1850561"/>
                  </a:lnTo>
                  <a:lnTo>
                    <a:pt x="1259359" y="1840736"/>
                  </a:lnTo>
                  <a:lnTo>
                    <a:pt x="1306149" y="1828874"/>
                  </a:lnTo>
                  <a:lnTo>
                    <a:pt x="1352008" y="1815029"/>
                  </a:lnTo>
                  <a:lnTo>
                    <a:pt x="1396876" y="1799254"/>
                  </a:lnTo>
                  <a:lnTo>
                    <a:pt x="1440696" y="1781604"/>
                  </a:lnTo>
                  <a:lnTo>
                    <a:pt x="1483410" y="1762130"/>
                  </a:lnTo>
                  <a:lnTo>
                    <a:pt x="1524959" y="1740887"/>
                  </a:lnTo>
                  <a:lnTo>
                    <a:pt x="1565286" y="1717929"/>
                  </a:lnTo>
                  <a:lnTo>
                    <a:pt x="1604333" y="1693308"/>
                  </a:lnTo>
                  <a:lnTo>
                    <a:pt x="1642040" y="1667079"/>
                  </a:lnTo>
                  <a:lnTo>
                    <a:pt x="1678352" y="1639294"/>
                  </a:lnTo>
                  <a:lnTo>
                    <a:pt x="1713208" y="1610008"/>
                  </a:lnTo>
                  <a:lnTo>
                    <a:pt x="1746552" y="1579273"/>
                  </a:lnTo>
                  <a:lnTo>
                    <a:pt x="1778325" y="1547143"/>
                  </a:lnTo>
                  <a:lnTo>
                    <a:pt x="1808469" y="1513673"/>
                  </a:lnTo>
                  <a:lnTo>
                    <a:pt x="1836926" y="1478914"/>
                  </a:lnTo>
                  <a:lnTo>
                    <a:pt x="1863637" y="1442922"/>
                  </a:lnTo>
                  <a:lnTo>
                    <a:pt x="1888546" y="1405748"/>
                  </a:lnTo>
                  <a:lnTo>
                    <a:pt x="1911593" y="1367448"/>
                  </a:lnTo>
                  <a:lnTo>
                    <a:pt x="1932721" y="1328073"/>
                  </a:lnTo>
                  <a:lnTo>
                    <a:pt x="1951872" y="1287679"/>
                  </a:lnTo>
                  <a:lnTo>
                    <a:pt x="1968987" y="1246317"/>
                  </a:lnTo>
                  <a:lnTo>
                    <a:pt x="1984008" y="1204043"/>
                  </a:lnTo>
                  <a:lnTo>
                    <a:pt x="1996878" y="1160908"/>
                  </a:lnTo>
                  <a:lnTo>
                    <a:pt x="2007538" y="1116967"/>
                  </a:lnTo>
                  <a:lnTo>
                    <a:pt x="2015930" y="1072274"/>
                  </a:lnTo>
                  <a:lnTo>
                    <a:pt x="2021997" y="1026881"/>
                  </a:lnTo>
                  <a:lnTo>
                    <a:pt x="2025679" y="980842"/>
                  </a:lnTo>
                  <a:lnTo>
                    <a:pt x="2026920" y="934212"/>
                  </a:lnTo>
                  <a:lnTo>
                    <a:pt x="2025679" y="887581"/>
                  </a:lnTo>
                  <a:lnTo>
                    <a:pt x="2021997" y="841542"/>
                  </a:lnTo>
                  <a:lnTo>
                    <a:pt x="2015930" y="796149"/>
                  </a:lnTo>
                  <a:lnTo>
                    <a:pt x="2007538" y="751456"/>
                  </a:lnTo>
                  <a:lnTo>
                    <a:pt x="1996878" y="707515"/>
                  </a:lnTo>
                  <a:lnTo>
                    <a:pt x="1984008" y="664380"/>
                  </a:lnTo>
                  <a:lnTo>
                    <a:pt x="1968987" y="622106"/>
                  </a:lnTo>
                  <a:lnTo>
                    <a:pt x="1951872" y="580744"/>
                  </a:lnTo>
                  <a:lnTo>
                    <a:pt x="1932721" y="540350"/>
                  </a:lnTo>
                  <a:lnTo>
                    <a:pt x="1911593" y="500975"/>
                  </a:lnTo>
                  <a:lnTo>
                    <a:pt x="1888546" y="462675"/>
                  </a:lnTo>
                  <a:lnTo>
                    <a:pt x="1863637" y="425501"/>
                  </a:lnTo>
                  <a:lnTo>
                    <a:pt x="1836926" y="389509"/>
                  </a:lnTo>
                  <a:lnTo>
                    <a:pt x="1808469" y="354750"/>
                  </a:lnTo>
                  <a:lnTo>
                    <a:pt x="1778325" y="321280"/>
                  </a:lnTo>
                  <a:lnTo>
                    <a:pt x="1746552" y="289150"/>
                  </a:lnTo>
                  <a:lnTo>
                    <a:pt x="1713208" y="258415"/>
                  </a:lnTo>
                  <a:lnTo>
                    <a:pt x="1678352" y="229129"/>
                  </a:lnTo>
                  <a:lnTo>
                    <a:pt x="1642040" y="201344"/>
                  </a:lnTo>
                  <a:lnTo>
                    <a:pt x="1604333" y="175115"/>
                  </a:lnTo>
                  <a:lnTo>
                    <a:pt x="1565286" y="150494"/>
                  </a:lnTo>
                  <a:lnTo>
                    <a:pt x="1524959" y="127536"/>
                  </a:lnTo>
                  <a:lnTo>
                    <a:pt x="1483410" y="106293"/>
                  </a:lnTo>
                  <a:lnTo>
                    <a:pt x="1440696" y="86819"/>
                  </a:lnTo>
                  <a:lnTo>
                    <a:pt x="1396876" y="69169"/>
                  </a:lnTo>
                  <a:lnTo>
                    <a:pt x="1352008" y="53394"/>
                  </a:lnTo>
                  <a:lnTo>
                    <a:pt x="1306149" y="39549"/>
                  </a:lnTo>
                  <a:lnTo>
                    <a:pt x="1259359" y="27687"/>
                  </a:lnTo>
                  <a:lnTo>
                    <a:pt x="1211695" y="17862"/>
                  </a:lnTo>
                  <a:lnTo>
                    <a:pt x="1163215" y="10128"/>
                  </a:lnTo>
                  <a:lnTo>
                    <a:pt x="1113977" y="4537"/>
                  </a:lnTo>
                  <a:lnTo>
                    <a:pt x="1064039" y="1143"/>
                  </a:lnTo>
                  <a:lnTo>
                    <a:pt x="1013460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061454" y="3388614"/>
              <a:ext cx="2026920" cy="1868805"/>
            </a:xfrm>
            <a:custGeom>
              <a:avLst/>
              <a:gdLst/>
              <a:ahLst/>
              <a:cxnLst/>
              <a:rect l="l" t="t" r="r" b="b"/>
              <a:pathLst>
                <a:path w="2026920" h="1868804">
                  <a:moveTo>
                    <a:pt x="0" y="934212"/>
                  </a:moveTo>
                  <a:lnTo>
                    <a:pt x="1240" y="887581"/>
                  </a:lnTo>
                  <a:lnTo>
                    <a:pt x="4922" y="841542"/>
                  </a:lnTo>
                  <a:lnTo>
                    <a:pt x="10989" y="796149"/>
                  </a:lnTo>
                  <a:lnTo>
                    <a:pt x="19381" y="751456"/>
                  </a:lnTo>
                  <a:lnTo>
                    <a:pt x="30041" y="707515"/>
                  </a:lnTo>
                  <a:lnTo>
                    <a:pt x="42911" y="664380"/>
                  </a:lnTo>
                  <a:lnTo>
                    <a:pt x="57932" y="622106"/>
                  </a:lnTo>
                  <a:lnTo>
                    <a:pt x="75047" y="580744"/>
                  </a:lnTo>
                  <a:lnTo>
                    <a:pt x="94198" y="540350"/>
                  </a:lnTo>
                  <a:lnTo>
                    <a:pt x="115326" y="500975"/>
                  </a:lnTo>
                  <a:lnTo>
                    <a:pt x="138373" y="462675"/>
                  </a:lnTo>
                  <a:lnTo>
                    <a:pt x="163282" y="425501"/>
                  </a:lnTo>
                  <a:lnTo>
                    <a:pt x="189993" y="389509"/>
                  </a:lnTo>
                  <a:lnTo>
                    <a:pt x="218450" y="354750"/>
                  </a:lnTo>
                  <a:lnTo>
                    <a:pt x="248594" y="321280"/>
                  </a:lnTo>
                  <a:lnTo>
                    <a:pt x="280367" y="289150"/>
                  </a:lnTo>
                  <a:lnTo>
                    <a:pt x="313711" y="258415"/>
                  </a:lnTo>
                  <a:lnTo>
                    <a:pt x="348567" y="229129"/>
                  </a:lnTo>
                  <a:lnTo>
                    <a:pt x="384879" y="201344"/>
                  </a:lnTo>
                  <a:lnTo>
                    <a:pt x="422586" y="175115"/>
                  </a:lnTo>
                  <a:lnTo>
                    <a:pt x="461633" y="150494"/>
                  </a:lnTo>
                  <a:lnTo>
                    <a:pt x="501960" y="127536"/>
                  </a:lnTo>
                  <a:lnTo>
                    <a:pt x="543509" y="106293"/>
                  </a:lnTo>
                  <a:lnTo>
                    <a:pt x="586223" y="86819"/>
                  </a:lnTo>
                  <a:lnTo>
                    <a:pt x="630043" y="69169"/>
                  </a:lnTo>
                  <a:lnTo>
                    <a:pt x="674911" y="53394"/>
                  </a:lnTo>
                  <a:lnTo>
                    <a:pt x="720770" y="39549"/>
                  </a:lnTo>
                  <a:lnTo>
                    <a:pt x="767560" y="27687"/>
                  </a:lnTo>
                  <a:lnTo>
                    <a:pt x="815224" y="17862"/>
                  </a:lnTo>
                  <a:lnTo>
                    <a:pt x="863704" y="10128"/>
                  </a:lnTo>
                  <a:lnTo>
                    <a:pt x="912942" y="4537"/>
                  </a:lnTo>
                  <a:lnTo>
                    <a:pt x="962880" y="1143"/>
                  </a:lnTo>
                  <a:lnTo>
                    <a:pt x="1013460" y="0"/>
                  </a:lnTo>
                  <a:lnTo>
                    <a:pt x="1064039" y="1143"/>
                  </a:lnTo>
                  <a:lnTo>
                    <a:pt x="1113977" y="4537"/>
                  </a:lnTo>
                  <a:lnTo>
                    <a:pt x="1163215" y="10128"/>
                  </a:lnTo>
                  <a:lnTo>
                    <a:pt x="1211695" y="17862"/>
                  </a:lnTo>
                  <a:lnTo>
                    <a:pt x="1259359" y="27687"/>
                  </a:lnTo>
                  <a:lnTo>
                    <a:pt x="1306149" y="39549"/>
                  </a:lnTo>
                  <a:lnTo>
                    <a:pt x="1352008" y="53394"/>
                  </a:lnTo>
                  <a:lnTo>
                    <a:pt x="1396876" y="69169"/>
                  </a:lnTo>
                  <a:lnTo>
                    <a:pt x="1440696" y="86819"/>
                  </a:lnTo>
                  <a:lnTo>
                    <a:pt x="1483410" y="106293"/>
                  </a:lnTo>
                  <a:lnTo>
                    <a:pt x="1524959" y="127536"/>
                  </a:lnTo>
                  <a:lnTo>
                    <a:pt x="1565286" y="150494"/>
                  </a:lnTo>
                  <a:lnTo>
                    <a:pt x="1604333" y="175115"/>
                  </a:lnTo>
                  <a:lnTo>
                    <a:pt x="1642040" y="201344"/>
                  </a:lnTo>
                  <a:lnTo>
                    <a:pt x="1678352" y="229129"/>
                  </a:lnTo>
                  <a:lnTo>
                    <a:pt x="1713208" y="258415"/>
                  </a:lnTo>
                  <a:lnTo>
                    <a:pt x="1746552" y="289150"/>
                  </a:lnTo>
                  <a:lnTo>
                    <a:pt x="1778325" y="321280"/>
                  </a:lnTo>
                  <a:lnTo>
                    <a:pt x="1808469" y="354750"/>
                  </a:lnTo>
                  <a:lnTo>
                    <a:pt x="1836926" y="389509"/>
                  </a:lnTo>
                  <a:lnTo>
                    <a:pt x="1863637" y="425501"/>
                  </a:lnTo>
                  <a:lnTo>
                    <a:pt x="1888546" y="462675"/>
                  </a:lnTo>
                  <a:lnTo>
                    <a:pt x="1911593" y="500975"/>
                  </a:lnTo>
                  <a:lnTo>
                    <a:pt x="1932721" y="540350"/>
                  </a:lnTo>
                  <a:lnTo>
                    <a:pt x="1951872" y="580744"/>
                  </a:lnTo>
                  <a:lnTo>
                    <a:pt x="1968987" y="622106"/>
                  </a:lnTo>
                  <a:lnTo>
                    <a:pt x="1984008" y="664380"/>
                  </a:lnTo>
                  <a:lnTo>
                    <a:pt x="1996878" y="707515"/>
                  </a:lnTo>
                  <a:lnTo>
                    <a:pt x="2007538" y="751456"/>
                  </a:lnTo>
                  <a:lnTo>
                    <a:pt x="2015930" y="796149"/>
                  </a:lnTo>
                  <a:lnTo>
                    <a:pt x="2021997" y="841542"/>
                  </a:lnTo>
                  <a:lnTo>
                    <a:pt x="2025679" y="887581"/>
                  </a:lnTo>
                  <a:lnTo>
                    <a:pt x="2026920" y="934212"/>
                  </a:lnTo>
                  <a:lnTo>
                    <a:pt x="2025679" y="980842"/>
                  </a:lnTo>
                  <a:lnTo>
                    <a:pt x="2021997" y="1026881"/>
                  </a:lnTo>
                  <a:lnTo>
                    <a:pt x="2015930" y="1072274"/>
                  </a:lnTo>
                  <a:lnTo>
                    <a:pt x="2007538" y="1116967"/>
                  </a:lnTo>
                  <a:lnTo>
                    <a:pt x="1996878" y="1160908"/>
                  </a:lnTo>
                  <a:lnTo>
                    <a:pt x="1984008" y="1204043"/>
                  </a:lnTo>
                  <a:lnTo>
                    <a:pt x="1968987" y="1246317"/>
                  </a:lnTo>
                  <a:lnTo>
                    <a:pt x="1951872" y="1287679"/>
                  </a:lnTo>
                  <a:lnTo>
                    <a:pt x="1932721" y="1328073"/>
                  </a:lnTo>
                  <a:lnTo>
                    <a:pt x="1911593" y="1367448"/>
                  </a:lnTo>
                  <a:lnTo>
                    <a:pt x="1888546" y="1405748"/>
                  </a:lnTo>
                  <a:lnTo>
                    <a:pt x="1863637" y="1442922"/>
                  </a:lnTo>
                  <a:lnTo>
                    <a:pt x="1836926" y="1478914"/>
                  </a:lnTo>
                  <a:lnTo>
                    <a:pt x="1808469" y="1513673"/>
                  </a:lnTo>
                  <a:lnTo>
                    <a:pt x="1778325" y="1547143"/>
                  </a:lnTo>
                  <a:lnTo>
                    <a:pt x="1746552" y="1579273"/>
                  </a:lnTo>
                  <a:lnTo>
                    <a:pt x="1713208" y="1610008"/>
                  </a:lnTo>
                  <a:lnTo>
                    <a:pt x="1678352" y="1639294"/>
                  </a:lnTo>
                  <a:lnTo>
                    <a:pt x="1642040" y="1667079"/>
                  </a:lnTo>
                  <a:lnTo>
                    <a:pt x="1604333" y="1693308"/>
                  </a:lnTo>
                  <a:lnTo>
                    <a:pt x="1565286" y="1717929"/>
                  </a:lnTo>
                  <a:lnTo>
                    <a:pt x="1524959" y="1740887"/>
                  </a:lnTo>
                  <a:lnTo>
                    <a:pt x="1483410" y="1762130"/>
                  </a:lnTo>
                  <a:lnTo>
                    <a:pt x="1440696" y="1781604"/>
                  </a:lnTo>
                  <a:lnTo>
                    <a:pt x="1396876" y="1799254"/>
                  </a:lnTo>
                  <a:lnTo>
                    <a:pt x="1352008" y="1815029"/>
                  </a:lnTo>
                  <a:lnTo>
                    <a:pt x="1306149" y="1828874"/>
                  </a:lnTo>
                  <a:lnTo>
                    <a:pt x="1259359" y="1840736"/>
                  </a:lnTo>
                  <a:lnTo>
                    <a:pt x="1211695" y="1850561"/>
                  </a:lnTo>
                  <a:lnTo>
                    <a:pt x="1163215" y="1858295"/>
                  </a:lnTo>
                  <a:lnTo>
                    <a:pt x="1113977" y="1863886"/>
                  </a:lnTo>
                  <a:lnTo>
                    <a:pt x="1064039" y="1867280"/>
                  </a:lnTo>
                  <a:lnTo>
                    <a:pt x="1013460" y="1868424"/>
                  </a:lnTo>
                  <a:lnTo>
                    <a:pt x="962880" y="1867280"/>
                  </a:lnTo>
                  <a:lnTo>
                    <a:pt x="912942" y="1863886"/>
                  </a:lnTo>
                  <a:lnTo>
                    <a:pt x="863704" y="1858295"/>
                  </a:lnTo>
                  <a:lnTo>
                    <a:pt x="815224" y="1850561"/>
                  </a:lnTo>
                  <a:lnTo>
                    <a:pt x="767560" y="1840736"/>
                  </a:lnTo>
                  <a:lnTo>
                    <a:pt x="720770" y="1828874"/>
                  </a:lnTo>
                  <a:lnTo>
                    <a:pt x="674911" y="1815029"/>
                  </a:lnTo>
                  <a:lnTo>
                    <a:pt x="630043" y="1799254"/>
                  </a:lnTo>
                  <a:lnTo>
                    <a:pt x="586223" y="1781604"/>
                  </a:lnTo>
                  <a:lnTo>
                    <a:pt x="543509" y="1762130"/>
                  </a:lnTo>
                  <a:lnTo>
                    <a:pt x="501960" y="1740887"/>
                  </a:lnTo>
                  <a:lnTo>
                    <a:pt x="461633" y="1717929"/>
                  </a:lnTo>
                  <a:lnTo>
                    <a:pt x="422586" y="1693308"/>
                  </a:lnTo>
                  <a:lnTo>
                    <a:pt x="384879" y="1667079"/>
                  </a:lnTo>
                  <a:lnTo>
                    <a:pt x="348567" y="1639294"/>
                  </a:lnTo>
                  <a:lnTo>
                    <a:pt x="313711" y="1610008"/>
                  </a:lnTo>
                  <a:lnTo>
                    <a:pt x="280367" y="1579273"/>
                  </a:lnTo>
                  <a:lnTo>
                    <a:pt x="248594" y="1547143"/>
                  </a:lnTo>
                  <a:lnTo>
                    <a:pt x="218450" y="1513673"/>
                  </a:lnTo>
                  <a:lnTo>
                    <a:pt x="189993" y="1478914"/>
                  </a:lnTo>
                  <a:lnTo>
                    <a:pt x="163282" y="1442922"/>
                  </a:lnTo>
                  <a:lnTo>
                    <a:pt x="138373" y="1405748"/>
                  </a:lnTo>
                  <a:lnTo>
                    <a:pt x="115326" y="1367448"/>
                  </a:lnTo>
                  <a:lnTo>
                    <a:pt x="94198" y="1328073"/>
                  </a:lnTo>
                  <a:lnTo>
                    <a:pt x="75047" y="1287679"/>
                  </a:lnTo>
                  <a:lnTo>
                    <a:pt x="57932" y="1246317"/>
                  </a:lnTo>
                  <a:lnTo>
                    <a:pt x="42911" y="1204043"/>
                  </a:lnTo>
                  <a:lnTo>
                    <a:pt x="30041" y="1160908"/>
                  </a:lnTo>
                  <a:lnTo>
                    <a:pt x="19381" y="1116967"/>
                  </a:lnTo>
                  <a:lnTo>
                    <a:pt x="10989" y="1072274"/>
                  </a:lnTo>
                  <a:lnTo>
                    <a:pt x="4922" y="1026881"/>
                  </a:lnTo>
                  <a:lnTo>
                    <a:pt x="1240" y="980842"/>
                  </a:lnTo>
                  <a:lnTo>
                    <a:pt x="0" y="934212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369803" y="6252781"/>
            <a:ext cx="148685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4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Evaluare</a:t>
            </a:r>
            <a:endParaRPr sz="27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667548" y="5068634"/>
            <a:ext cx="3068955" cy="2831783"/>
            <a:chOff x="9778365" y="3379089"/>
            <a:chExt cx="2045970" cy="1887855"/>
          </a:xfrm>
        </p:grpSpPr>
        <p:sp>
          <p:nvSpPr>
            <p:cNvPr id="18" name="object 18"/>
            <p:cNvSpPr/>
            <p:nvPr/>
          </p:nvSpPr>
          <p:spPr>
            <a:xfrm>
              <a:off x="9787890" y="3388614"/>
              <a:ext cx="2026920" cy="1868805"/>
            </a:xfrm>
            <a:custGeom>
              <a:avLst/>
              <a:gdLst/>
              <a:ahLst/>
              <a:cxnLst/>
              <a:rect l="l" t="t" r="r" b="b"/>
              <a:pathLst>
                <a:path w="2026920" h="1868804">
                  <a:moveTo>
                    <a:pt x="1013459" y="0"/>
                  </a:moveTo>
                  <a:lnTo>
                    <a:pt x="962880" y="1143"/>
                  </a:lnTo>
                  <a:lnTo>
                    <a:pt x="912942" y="4537"/>
                  </a:lnTo>
                  <a:lnTo>
                    <a:pt x="863704" y="10128"/>
                  </a:lnTo>
                  <a:lnTo>
                    <a:pt x="815224" y="17862"/>
                  </a:lnTo>
                  <a:lnTo>
                    <a:pt x="767560" y="27687"/>
                  </a:lnTo>
                  <a:lnTo>
                    <a:pt x="720770" y="39549"/>
                  </a:lnTo>
                  <a:lnTo>
                    <a:pt x="674911" y="53394"/>
                  </a:lnTo>
                  <a:lnTo>
                    <a:pt x="630043" y="69169"/>
                  </a:lnTo>
                  <a:lnTo>
                    <a:pt x="586223" y="86819"/>
                  </a:lnTo>
                  <a:lnTo>
                    <a:pt x="543509" y="106293"/>
                  </a:lnTo>
                  <a:lnTo>
                    <a:pt x="501960" y="127536"/>
                  </a:lnTo>
                  <a:lnTo>
                    <a:pt x="461633" y="150494"/>
                  </a:lnTo>
                  <a:lnTo>
                    <a:pt x="422586" y="175115"/>
                  </a:lnTo>
                  <a:lnTo>
                    <a:pt x="384879" y="201344"/>
                  </a:lnTo>
                  <a:lnTo>
                    <a:pt x="348567" y="229129"/>
                  </a:lnTo>
                  <a:lnTo>
                    <a:pt x="313711" y="258415"/>
                  </a:lnTo>
                  <a:lnTo>
                    <a:pt x="280367" y="289150"/>
                  </a:lnTo>
                  <a:lnTo>
                    <a:pt x="248594" y="321280"/>
                  </a:lnTo>
                  <a:lnTo>
                    <a:pt x="218450" y="354750"/>
                  </a:lnTo>
                  <a:lnTo>
                    <a:pt x="189993" y="389509"/>
                  </a:lnTo>
                  <a:lnTo>
                    <a:pt x="163282" y="425501"/>
                  </a:lnTo>
                  <a:lnTo>
                    <a:pt x="138373" y="462675"/>
                  </a:lnTo>
                  <a:lnTo>
                    <a:pt x="115326" y="500975"/>
                  </a:lnTo>
                  <a:lnTo>
                    <a:pt x="94198" y="540350"/>
                  </a:lnTo>
                  <a:lnTo>
                    <a:pt x="75047" y="580744"/>
                  </a:lnTo>
                  <a:lnTo>
                    <a:pt x="57932" y="622106"/>
                  </a:lnTo>
                  <a:lnTo>
                    <a:pt x="42911" y="664380"/>
                  </a:lnTo>
                  <a:lnTo>
                    <a:pt x="30041" y="707515"/>
                  </a:lnTo>
                  <a:lnTo>
                    <a:pt x="19381" y="751456"/>
                  </a:lnTo>
                  <a:lnTo>
                    <a:pt x="10989" y="796149"/>
                  </a:lnTo>
                  <a:lnTo>
                    <a:pt x="4922" y="841542"/>
                  </a:lnTo>
                  <a:lnTo>
                    <a:pt x="1240" y="887581"/>
                  </a:lnTo>
                  <a:lnTo>
                    <a:pt x="0" y="934212"/>
                  </a:lnTo>
                  <a:lnTo>
                    <a:pt x="1240" y="980842"/>
                  </a:lnTo>
                  <a:lnTo>
                    <a:pt x="4922" y="1026881"/>
                  </a:lnTo>
                  <a:lnTo>
                    <a:pt x="10989" y="1072274"/>
                  </a:lnTo>
                  <a:lnTo>
                    <a:pt x="19381" y="1116967"/>
                  </a:lnTo>
                  <a:lnTo>
                    <a:pt x="30041" y="1160908"/>
                  </a:lnTo>
                  <a:lnTo>
                    <a:pt x="42911" y="1204043"/>
                  </a:lnTo>
                  <a:lnTo>
                    <a:pt x="57932" y="1246317"/>
                  </a:lnTo>
                  <a:lnTo>
                    <a:pt x="75047" y="1287679"/>
                  </a:lnTo>
                  <a:lnTo>
                    <a:pt x="94198" y="1328073"/>
                  </a:lnTo>
                  <a:lnTo>
                    <a:pt x="115326" y="1367448"/>
                  </a:lnTo>
                  <a:lnTo>
                    <a:pt x="138373" y="1405748"/>
                  </a:lnTo>
                  <a:lnTo>
                    <a:pt x="163282" y="1442922"/>
                  </a:lnTo>
                  <a:lnTo>
                    <a:pt x="189993" y="1478914"/>
                  </a:lnTo>
                  <a:lnTo>
                    <a:pt x="218450" y="1513673"/>
                  </a:lnTo>
                  <a:lnTo>
                    <a:pt x="248594" y="1547143"/>
                  </a:lnTo>
                  <a:lnTo>
                    <a:pt x="280367" y="1579273"/>
                  </a:lnTo>
                  <a:lnTo>
                    <a:pt x="313711" y="1610008"/>
                  </a:lnTo>
                  <a:lnTo>
                    <a:pt x="348567" y="1639294"/>
                  </a:lnTo>
                  <a:lnTo>
                    <a:pt x="384879" y="1667079"/>
                  </a:lnTo>
                  <a:lnTo>
                    <a:pt x="422586" y="1693308"/>
                  </a:lnTo>
                  <a:lnTo>
                    <a:pt x="461633" y="1717929"/>
                  </a:lnTo>
                  <a:lnTo>
                    <a:pt x="501960" y="1740887"/>
                  </a:lnTo>
                  <a:lnTo>
                    <a:pt x="543509" y="1762130"/>
                  </a:lnTo>
                  <a:lnTo>
                    <a:pt x="586223" y="1781604"/>
                  </a:lnTo>
                  <a:lnTo>
                    <a:pt x="630043" y="1799254"/>
                  </a:lnTo>
                  <a:lnTo>
                    <a:pt x="674911" y="1815029"/>
                  </a:lnTo>
                  <a:lnTo>
                    <a:pt x="720770" y="1828874"/>
                  </a:lnTo>
                  <a:lnTo>
                    <a:pt x="767560" y="1840736"/>
                  </a:lnTo>
                  <a:lnTo>
                    <a:pt x="815224" y="1850561"/>
                  </a:lnTo>
                  <a:lnTo>
                    <a:pt x="863704" y="1858295"/>
                  </a:lnTo>
                  <a:lnTo>
                    <a:pt x="912942" y="1863886"/>
                  </a:lnTo>
                  <a:lnTo>
                    <a:pt x="962880" y="1867280"/>
                  </a:lnTo>
                  <a:lnTo>
                    <a:pt x="1013459" y="1868424"/>
                  </a:lnTo>
                  <a:lnTo>
                    <a:pt x="1064039" y="1867280"/>
                  </a:lnTo>
                  <a:lnTo>
                    <a:pt x="1113977" y="1863886"/>
                  </a:lnTo>
                  <a:lnTo>
                    <a:pt x="1163215" y="1858295"/>
                  </a:lnTo>
                  <a:lnTo>
                    <a:pt x="1211695" y="1850561"/>
                  </a:lnTo>
                  <a:lnTo>
                    <a:pt x="1259359" y="1840736"/>
                  </a:lnTo>
                  <a:lnTo>
                    <a:pt x="1306149" y="1828874"/>
                  </a:lnTo>
                  <a:lnTo>
                    <a:pt x="1352008" y="1815029"/>
                  </a:lnTo>
                  <a:lnTo>
                    <a:pt x="1396876" y="1799254"/>
                  </a:lnTo>
                  <a:lnTo>
                    <a:pt x="1440696" y="1781604"/>
                  </a:lnTo>
                  <a:lnTo>
                    <a:pt x="1483410" y="1762130"/>
                  </a:lnTo>
                  <a:lnTo>
                    <a:pt x="1524959" y="1740887"/>
                  </a:lnTo>
                  <a:lnTo>
                    <a:pt x="1565286" y="1717929"/>
                  </a:lnTo>
                  <a:lnTo>
                    <a:pt x="1604333" y="1693308"/>
                  </a:lnTo>
                  <a:lnTo>
                    <a:pt x="1642040" y="1667079"/>
                  </a:lnTo>
                  <a:lnTo>
                    <a:pt x="1678352" y="1639294"/>
                  </a:lnTo>
                  <a:lnTo>
                    <a:pt x="1713208" y="1610008"/>
                  </a:lnTo>
                  <a:lnTo>
                    <a:pt x="1746552" y="1579273"/>
                  </a:lnTo>
                  <a:lnTo>
                    <a:pt x="1778325" y="1547143"/>
                  </a:lnTo>
                  <a:lnTo>
                    <a:pt x="1808469" y="1513673"/>
                  </a:lnTo>
                  <a:lnTo>
                    <a:pt x="1836926" y="1478914"/>
                  </a:lnTo>
                  <a:lnTo>
                    <a:pt x="1863637" y="1442922"/>
                  </a:lnTo>
                  <a:lnTo>
                    <a:pt x="1888546" y="1405748"/>
                  </a:lnTo>
                  <a:lnTo>
                    <a:pt x="1911593" y="1367448"/>
                  </a:lnTo>
                  <a:lnTo>
                    <a:pt x="1932721" y="1328073"/>
                  </a:lnTo>
                  <a:lnTo>
                    <a:pt x="1951872" y="1287679"/>
                  </a:lnTo>
                  <a:lnTo>
                    <a:pt x="1968987" y="1246317"/>
                  </a:lnTo>
                  <a:lnTo>
                    <a:pt x="1984008" y="1204043"/>
                  </a:lnTo>
                  <a:lnTo>
                    <a:pt x="1996878" y="1160908"/>
                  </a:lnTo>
                  <a:lnTo>
                    <a:pt x="2007538" y="1116967"/>
                  </a:lnTo>
                  <a:lnTo>
                    <a:pt x="2015930" y="1072274"/>
                  </a:lnTo>
                  <a:lnTo>
                    <a:pt x="2021997" y="1026881"/>
                  </a:lnTo>
                  <a:lnTo>
                    <a:pt x="2025679" y="980842"/>
                  </a:lnTo>
                  <a:lnTo>
                    <a:pt x="2026919" y="934212"/>
                  </a:lnTo>
                  <a:lnTo>
                    <a:pt x="2025679" y="887581"/>
                  </a:lnTo>
                  <a:lnTo>
                    <a:pt x="2021997" y="841542"/>
                  </a:lnTo>
                  <a:lnTo>
                    <a:pt x="2015930" y="796149"/>
                  </a:lnTo>
                  <a:lnTo>
                    <a:pt x="2007538" y="751456"/>
                  </a:lnTo>
                  <a:lnTo>
                    <a:pt x="1996878" y="707515"/>
                  </a:lnTo>
                  <a:lnTo>
                    <a:pt x="1984008" y="664380"/>
                  </a:lnTo>
                  <a:lnTo>
                    <a:pt x="1968987" y="622106"/>
                  </a:lnTo>
                  <a:lnTo>
                    <a:pt x="1951872" y="580744"/>
                  </a:lnTo>
                  <a:lnTo>
                    <a:pt x="1932721" y="540350"/>
                  </a:lnTo>
                  <a:lnTo>
                    <a:pt x="1911593" y="500975"/>
                  </a:lnTo>
                  <a:lnTo>
                    <a:pt x="1888546" y="462675"/>
                  </a:lnTo>
                  <a:lnTo>
                    <a:pt x="1863637" y="425501"/>
                  </a:lnTo>
                  <a:lnTo>
                    <a:pt x="1836926" y="389509"/>
                  </a:lnTo>
                  <a:lnTo>
                    <a:pt x="1808469" y="354750"/>
                  </a:lnTo>
                  <a:lnTo>
                    <a:pt x="1778325" y="321280"/>
                  </a:lnTo>
                  <a:lnTo>
                    <a:pt x="1746552" y="289150"/>
                  </a:lnTo>
                  <a:lnTo>
                    <a:pt x="1713208" y="258415"/>
                  </a:lnTo>
                  <a:lnTo>
                    <a:pt x="1678352" y="229129"/>
                  </a:lnTo>
                  <a:lnTo>
                    <a:pt x="1642040" y="201344"/>
                  </a:lnTo>
                  <a:lnTo>
                    <a:pt x="1604333" y="175115"/>
                  </a:lnTo>
                  <a:lnTo>
                    <a:pt x="1565286" y="150494"/>
                  </a:lnTo>
                  <a:lnTo>
                    <a:pt x="1524959" y="127536"/>
                  </a:lnTo>
                  <a:lnTo>
                    <a:pt x="1483410" y="106293"/>
                  </a:lnTo>
                  <a:lnTo>
                    <a:pt x="1440696" y="86819"/>
                  </a:lnTo>
                  <a:lnTo>
                    <a:pt x="1396876" y="69169"/>
                  </a:lnTo>
                  <a:lnTo>
                    <a:pt x="1352008" y="53394"/>
                  </a:lnTo>
                  <a:lnTo>
                    <a:pt x="1306149" y="39549"/>
                  </a:lnTo>
                  <a:lnTo>
                    <a:pt x="1259359" y="27687"/>
                  </a:lnTo>
                  <a:lnTo>
                    <a:pt x="1211695" y="17862"/>
                  </a:lnTo>
                  <a:lnTo>
                    <a:pt x="1163215" y="10128"/>
                  </a:lnTo>
                  <a:lnTo>
                    <a:pt x="1113977" y="4537"/>
                  </a:lnTo>
                  <a:lnTo>
                    <a:pt x="1064039" y="1143"/>
                  </a:lnTo>
                  <a:lnTo>
                    <a:pt x="1013459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 sz="27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9787890" y="3388614"/>
              <a:ext cx="2026920" cy="1868805"/>
            </a:xfrm>
            <a:custGeom>
              <a:avLst/>
              <a:gdLst/>
              <a:ahLst/>
              <a:cxnLst/>
              <a:rect l="l" t="t" r="r" b="b"/>
              <a:pathLst>
                <a:path w="2026920" h="1868804">
                  <a:moveTo>
                    <a:pt x="0" y="934212"/>
                  </a:moveTo>
                  <a:lnTo>
                    <a:pt x="1240" y="887581"/>
                  </a:lnTo>
                  <a:lnTo>
                    <a:pt x="4922" y="841542"/>
                  </a:lnTo>
                  <a:lnTo>
                    <a:pt x="10989" y="796149"/>
                  </a:lnTo>
                  <a:lnTo>
                    <a:pt x="19381" y="751456"/>
                  </a:lnTo>
                  <a:lnTo>
                    <a:pt x="30041" y="707515"/>
                  </a:lnTo>
                  <a:lnTo>
                    <a:pt x="42911" y="664380"/>
                  </a:lnTo>
                  <a:lnTo>
                    <a:pt x="57932" y="622106"/>
                  </a:lnTo>
                  <a:lnTo>
                    <a:pt x="75047" y="580744"/>
                  </a:lnTo>
                  <a:lnTo>
                    <a:pt x="94198" y="540350"/>
                  </a:lnTo>
                  <a:lnTo>
                    <a:pt x="115326" y="500975"/>
                  </a:lnTo>
                  <a:lnTo>
                    <a:pt x="138373" y="462675"/>
                  </a:lnTo>
                  <a:lnTo>
                    <a:pt x="163282" y="425501"/>
                  </a:lnTo>
                  <a:lnTo>
                    <a:pt x="189993" y="389509"/>
                  </a:lnTo>
                  <a:lnTo>
                    <a:pt x="218450" y="354750"/>
                  </a:lnTo>
                  <a:lnTo>
                    <a:pt x="248594" y="321280"/>
                  </a:lnTo>
                  <a:lnTo>
                    <a:pt x="280367" y="289150"/>
                  </a:lnTo>
                  <a:lnTo>
                    <a:pt x="313711" y="258415"/>
                  </a:lnTo>
                  <a:lnTo>
                    <a:pt x="348567" y="229129"/>
                  </a:lnTo>
                  <a:lnTo>
                    <a:pt x="384879" y="201344"/>
                  </a:lnTo>
                  <a:lnTo>
                    <a:pt x="422586" y="175115"/>
                  </a:lnTo>
                  <a:lnTo>
                    <a:pt x="461633" y="150494"/>
                  </a:lnTo>
                  <a:lnTo>
                    <a:pt x="501960" y="127536"/>
                  </a:lnTo>
                  <a:lnTo>
                    <a:pt x="543509" y="106293"/>
                  </a:lnTo>
                  <a:lnTo>
                    <a:pt x="586223" y="86819"/>
                  </a:lnTo>
                  <a:lnTo>
                    <a:pt x="630043" y="69169"/>
                  </a:lnTo>
                  <a:lnTo>
                    <a:pt x="674911" y="53394"/>
                  </a:lnTo>
                  <a:lnTo>
                    <a:pt x="720770" y="39549"/>
                  </a:lnTo>
                  <a:lnTo>
                    <a:pt x="767560" y="27687"/>
                  </a:lnTo>
                  <a:lnTo>
                    <a:pt x="815224" y="17862"/>
                  </a:lnTo>
                  <a:lnTo>
                    <a:pt x="863704" y="10128"/>
                  </a:lnTo>
                  <a:lnTo>
                    <a:pt x="912942" y="4537"/>
                  </a:lnTo>
                  <a:lnTo>
                    <a:pt x="962880" y="1143"/>
                  </a:lnTo>
                  <a:lnTo>
                    <a:pt x="1013459" y="0"/>
                  </a:lnTo>
                  <a:lnTo>
                    <a:pt x="1064039" y="1143"/>
                  </a:lnTo>
                  <a:lnTo>
                    <a:pt x="1113977" y="4537"/>
                  </a:lnTo>
                  <a:lnTo>
                    <a:pt x="1163215" y="10128"/>
                  </a:lnTo>
                  <a:lnTo>
                    <a:pt x="1211695" y="17862"/>
                  </a:lnTo>
                  <a:lnTo>
                    <a:pt x="1259359" y="27687"/>
                  </a:lnTo>
                  <a:lnTo>
                    <a:pt x="1306149" y="39549"/>
                  </a:lnTo>
                  <a:lnTo>
                    <a:pt x="1352008" y="53394"/>
                  </a:lnTo>
                  <a:lnTo>
                    <a:pt x="1396876" y="69169"/>
                  </a:lnTo>
                  <a:lnTo>
                    <a:pt x="1440696" y="86819"/>
                  </a:lnTo>
                  <a:lnTo>
                    <a:pt x="1483410" y="106293"/>
                  </a:lnTo>
                  <a:lnTo>
                    <a:pt x="1524959" y="127536"/>
                  </a:lnTo>
                  <a:lnTo>
                    <a:pt x="1565286" y="150494"/>
                  </a:lnTo>
                  <a:lnTo>
                    <a:pt x="1604333" y="175115"/>
                  </a:lnTo>
                  <a:lnTo>
                    <a:pt x="1642040" y="201344"/>
                  </a:lnTo>
                  <a:lnTo>
                    <a:pt x="1678352" y="229129"/>
                  </a:lnTo>
                  <a:lnTo>
                    <a:pt x="1713208" y="258415"/>
                  </a:lnTo>
                  <a:lnTo>
                    <a:pt x="1746552" y="289150"/>
                  </a:lnTo>
                  <a:lnTo>
                    <a:pt x="1778325" y="321280"/>
                  </a:lnTo>
                  <a:lnTo>
                    <a:pt x="1808469" y="354750"/>
                  </a:lnTo>
                  <a:lnTo>
                    <a:pt x="1836926" y="389509"/>
                  </a:lnTo>
                  <a:lnTo>
                    <a:pt x="1863637" y="425501"/>
                  </a:lnTo>
                  <a:lnTo>
                    <a:pt x="1888546" y="462675"/>
                  </a:lnTo>
                  <a:lnTo>
                    <a:pt x="1911593" y="500975"/>
                  </a:lnTo>
                  <a:lnTo>
                    <a:pt x="1932721" y="540350"/>
                  </a:lnTo>
                  <a:lnTo>
                    <a:pt x="1951872" y="580744"/>
                  </a:lnTo>
                  <a:lnTo>
                    <a:pt x="1968987" y="622106"/>
                  </a:lnTo>
                  <a:lnTo>
                    <a:pt x="1984008" y="664380"/>
                  </a:lnTo>
                  <a:lnTo>
                    <a:pt x="1996878" y="707515"/>
                  </a:lnTo>
                  <a:lnTo>
                    <a:pt x="2007538" y="751456"/>
                  </a:lnTo>
                  <a:lnTo>
                    <a:pt x="2015930" y="796149"/>
                  </a:lnTo>
                  <a:lnTo>
                    <a:pt x="2021997" y="841542"/>
                  </a:lnTo>
                  <a:lnTo>
                    <a:pt x="2025679" y="887581"/>
                  </a:lnTo>
                  <a:lnTo>
                    <a:pt x="2026919" y="934212"/>
                  </a:lnTo>
                  <a:lnTo>
                    <a:pt x="2025679" y="980842"/>
                  </a:lnTo>
                  <a:lnTo>
                    <a:pt x="2021997" y="1026881"/>
                  </a:lnTo>
                  <a:lnTo>
                    <a:pt x="2015930" y="1072274"/>
                  </a:lnTo>
                  <a:lnTo>
                    <a:pt x="2007538" y="1116967"/>
                  </a:lnTo>
                  <a:lnTo>
                    <a:pt x="1996878" y="1160908"/>
                  </a:lnTo>
                  <a:lnTo>
                    <a:pt x="1984008" y="1204043"/>
                  </a:lnTo>
                  <a:lnTo>
                    <a:pt x="1968987" y="1246317"/>
                  </a:lnTo>
                  <a:lnTo>
                    <a:pt x="1951872" y="1287679"/>
                  </a:lnTo>
                  <a:lnTo>
                    <a:pt x="1932721" y="1328073"/>
                  </a:lnTo>
                  <a:lnTo>
                    <a:pt x="1911593" y="1367448"/>
                  </a:lnTo>
                  <a:lnTo>
                    <a:pt x="1888546" y="1405748"/>
                  </a:lnTo>
                  <a:lnTo>
                    <a:pt x="1863637" y="1442922"/>
                  </a:lnTo>
                  <a:lnTo>
                    <a:pt x="1836926" y="1478914"/>
                  </a:lnTo>
                  <a:lnTo>
                    <a:pt x="1808469" y="1513673"/>
                  </a:lnTo>
                  <a:lnTo>
                    <a:pt x="1778325" y="1547143"/>
                  </a:lnTo>
                  <a:lnTo>
                    <a:pt x="1746552" y="1579273"/>
                  </a:lnTo>
                  <a:lnTo>
                    <a:pt x="1713208" y="1610008"/>
                  </a:lnTo>
                  <a:lnTo>
                    <a:pt x="1678352" y="1639294"/>
                  </a:lnTo>
                  <a:lnTo>
                    <a:pt x="1642040" y="1667079"/>
                  </a:lnTo>
                  <a:lnTo>
                    <a:pt x="1604333" y="1693308"/>
                  </a:lnTo>
                  <a:lnTo>
                    <a:pt x="1565286" y="1717929"/>
                  </a:lnTo>
                  <a:lnTo>
                    <a:pt x="1524959" y="1740887"/>
                  </a:lnTo>
                  <a:lnTo>
                    <a:pt x="1483410" y="1762130"/>
                  </a:lnTo>
                  <a:lnTo>
                    <a:pt x="1440696" y="1781604"/>
                  </a:lnTo>
                  <a:lnTo>
                    <a:pt x="1396876" y="1799254"/>
                  </a:lnTo>
                  <a:lnTo>
                    <a:pt x="1352008" y="1815029"/>
                  </a:lnTo>
                  <a:lnTo>
                    <a:pt x="1306149" y="1828874"/>
                  </a:lnTo>
                  <a:lnTo>
                    <a:pt x="1259359" y="1840736"/>
                  </a:lnTo>
                  <a:lnTo>
                    <a:pt x="1211695" y="1850561"/>
                  </a:lnTo>
                  <a:lnTo>
                    <a:pt x="1163215" y="1858295"/>
                  </a:lnTo>
                  <a:lnTo>
                    <a:pt x="1113977" y="1863886"/>
                  </a:lnTo>
                  <a:lnTo>
                    <a:pt x="1064039" y="1867280"/>
                  </a:lnTo>
                  <a:lnTo>
                    <a:pt x="1013459" y="1868424"/>
                  </a:lnTo>
                  <a:lnTo>
                    <a:pt x="962880" y="1867280"/>
                  </a:lnTo>
                  <a:lnTo>
                    <a:pt x="912942" y="1863886"/>
                  </a:lnTo>
                  <a:lnTo>
                    <a:pt x="863704" y="1858295"/>
                  </a:lnTo>
                  <a:lnTo>
                    <a:pt x="815224" y="1850561"/>
                  </a:lnTo>
                  <a:lnTo>
                    <a:pt x="767560" y="1840736"/>
                  </a:lnTo>
                  <a:lnTo>
                    <a:pt x="720770" y="1828874"/>
                  </a:lnTo>
                  <a:lnTo>
                    <a:pt x="674911" y="1815029"/>
                  </a:lnTo>
                  <a:lnTo>
                    <a:pt x="630043" y="1799254"/>
                  </a:lnTo>
                  <a:lnTo>
                    <a:pt x="586223" y="1781604"/>
                  </a:lnTo>
                  <a:lnTo>
                    <a:pt x="543509" y="1762130"/>
                  </a:lnTo>
                  <a:lnTo>
                    <a:pt x="501960" y="1740887"/>
                  </a:lnTo>
                  <a:lnTo>
                    <a:pt x="461633" y="1717929"/>
                  </a:lnTo>
                  <a:lnTo>
                    <a:pt x="422586" y="1693308"/>
                  </a:lnTo>
                  <a:lnTo>
                    <a:pt x="384879" y="1667079"/>
                  </a:lnTo>
                  <a:lnTo>
                    <a:pt x="348567" y="1639294"/>
                  </a:lnTo>
                  <a:lnTo>
                    <a:pt x="313711" y="1610008"/>
                  </a:lnTo>
                  <a:lnTo>
                    <a:pt x="280367" y="1579273"/>
                  </a:lnTo>
                  <a:lnTo>
                    <a:pt x="248594" y="1547143"/>
                  </a:lnTo>
                  <a:lnTo>
                    <a:pt x="218450" y="1513673"/>
                  </a:lnTo>
                  <a:lnTo>
                    <a:pt x="189993" y="1478914"/>
                  </a:lnTo>
                  <a:lnTo>
                    <a:pt x="163282" y="1442922"/>
                  </a:lnTo>
                  <a:lnTo>
                    <a:pt x="138373" y="1405748"/>
                  </a:lnTo>
                  <a:lnTo>
                    <a:pt x="115326" y="1367448"/>
                  </a:lnTo>
                  <a:lnTo>
                    <a:pt x="94198" y="1328073"/>
                  </a:lnTo>
                  <a:lnTo>
                    <a:pt x="75047" y="1287679"/>
                  </a:lnTo>
                  <a:lnTo>
                    <a:pt x="57932" y="1246317"/>
                  </a:lnTo>
                  <a:lnTo>
                    <a:pt x="42911" y="1204043"/>
                  </a:lnTo>
                  <a:lnTo>
                    <a:pt x="30041" y="1160908"/>
                  </a:lnTo>
                  <a:lnTo>
                    <a:pt x="19381" y="1116967"/>
                  </a:lnTo>
                  <a:lnTo>
                    <a:pt x="10989" y="1072274"/>
                  </a:lnTo>
                  <a:lnTo>
                    <a:pt x="4922" y="1026881"/>
                  </a:lnTo>
                  <a:lnTo>
                    <a:pt x="1240" y="980842"/>
                  </a:lnTo>
                  <a:lnTo>
                    <a:pt x="0" y="934212"/>
                  </a:lnTo>
                  <a:close/>
                </a:path>
              </a:pathLst>
            </a:custGeom>
            <a:ln w="19050">
              <a:solidFill>
                <a:srgbClr val="800C0A"/>
              </a:solidFill>
            </a:ln>
          </p:spPr>
          <p:txBody>
            <a:bodyPr wrap="square" lIns="0" tIns="0" rIns="0" bIns="0" rtlCol="0"/>
            <a:lstStyle/>
            <a:p>
              <a:endParaRPr sz="27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506508" y="6252781"/>
            <a:ext cx="139446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1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Răspuns</a:t>
            </a:r>
            <a:endParaRPr sz="27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61055" y="3609212"/>
            <a:ext cx="12360593" cy="5067300"/>
          </a:xfrm>
          <a:custGeom>
            <a:avLst/>
            <a:gdLst/>
            <a:ahLst/>
            <a:cxnLst/>
            <a:rect l="l" t="t" r="r" b="b"/>
            <a:pathLst>
              <a:path w="8240395" h="3378200">
                <a:moveTo>
                  <a:pt x="76200" y="863981"/>
                </a:moveTo>
                <a:lnTo>
                  <a:pt x="44450" y="863981"/>
                </a:lnTo>
                <a:lnTo>
                  <a:pt x="44450" y="2794"/>
                </a:lnTo>
                <a:lnTo>
                  <a:pt x="41656" y="0"/>
                </a:lnTo>
                <a:lnTo>
                  <a:pt x="34544" y="0"/>
                </a:lnTo>
                <a:lnTo>
                  <a:pt x="31750" y="2794"/>
                </a:lnTo>
                <a:lnTo>
                  <a:pt x="31750" y="863981"/>
                </a:lnTo>
                <a:lnTo>
                  <a:pt x="0" y="863981"/>
                </a:lnTo>
                <a:lnTo>
                  <a:pt x="38100" y="940181"/>
                </a:lnTo>
                <a:lnTo>
                  <a:pt x="66675" y="883031"/>
                </a:lnTo>
                <a:lnTo>
                  <a:pt x="76200" y="863981"/>
                </a:lnTo>
                <a:close/>
              </a:path>
              <a:path w="8240395" h="3378200">
                <a:moveTo>
                  <a:pt x="2798064" y="883793"/>
                </a:moveTo>
                <a:lnTo>
                  <a:pt x="2766314" y="883793"/>
                </a:lnTo>
                <a:lnTo>
                  <a:pt x="2766314" y="22606"/>
                </a:lnTo>
                <a:lnTo>
                  <a:pt x="2763520" y="19812"/>
                </a:lnTo>
                <a:lnTo>
                  <a:pt x="2756408" y="19812"/>
                </a:lnTo>
                <a:lnTo>
                  <a:pt x="2753614" y="22606"/>
                </a:lnTo>
                <a:lnTo>
                  <a:pt x="2753614" y="883793"/>
                </a:lnTo>
                <a:lnTo>
                  <a:pt x="2721864" y="883793"/>
                </a:lnTo>
                <a:lnTo>
                  <a:pt x="2759964" y="959993"/>
                </a:lnTo>
                <a:lnTo>
                  <a:pt x="2788539" y="902843"/>
                </a:lnTo>
                <a:lnTo>
                  <a:pt x="2798064" y="883793"/>
                </a:lnTo>
                <a:close/>
              </a:path>
              <a:path w="8240395" h="3378200">
                <a:moveTo>
                  <a:pt x="5556504" y="883793"/>
                </a:moveTo>
                <a:lnTo>
                  <a:pt x="5524754" y="883793"/>
                </a:lnTo>
                <a:lnTo>
                  <a:pt x="5524754" y="22606"/>
                </a:lnTo>
                <a:lnTo>
                  <a:pt x="5521960" y="19812"/>
                </a:lnTo>
                <a:lnTo>
                  <a:pt x="5514848" y="19812"/>
                </a:lnTo>
                <a:lnTo>
                  <a:pt x="5512054" y="22606"/>
                </a:lnTo>
                <a:lnTo>
                  <a:pt x="5512054" y="883793"/>
                </a:lnTo>
                <a:lnTo>
                  <a:pt x="5480304" y="883793"/>
                </a:lnTo>
                <a:lnTo>
                  <a:pt x="5518404" y="959993"/>
                </a:lnTo>
                <a:lnTo>
                  <a:pt x="5546979" y="902843"/>
                </a:lnTo>
                <a:lnTo>
                  <a:pt x="5556504" y="883793"/>
                </a:lnTo>
                <a:close/>
              </a:path>
              <a:path w="8240395" h="3378200">
                <a:moveTo>
                  <a:pt x="8233283" y="2845181"/>
                </a:moveTo>
                <a:lnTo>
                  <a:pt x="8230489" y="2842387"/>
                </a:lnTo>
                <a:lnTo>
                  <a:pt x="8223504" y="2842387"/>
                </a:lnTo>
                <a:lnTo>
                  <a:pt x="8220583" y="2845181"/>
                </a:lnTo>
                <a:lnTo>
                  <a:pt x="8220583" y="3365462"/>
                </a:lnTo>
                <a:lnTo>
                  <a:pt x="44450" y="3365462"/>
                </a:lnTo>
                <a:lnTo>
                  <a:pt x="44450" y="2883662"/>
                </a:lnTo>
                <a:lnTo>
                  <a:pt x="76200" y="2883662"/>
                </a:lnTo>
                <a:lnTo>
                  <a:pt x="66675" y="2864612"/>
                </a:lnTo>
                <a:lnTo>
                  <a:pt x="38100" y="2807474"/>
                </a:lnTo>
                <a:lnTo>
                  <a:pt x="0" y="2883662"/>
                </a:lnTo>
                <a:lnTo>
                  <a:pt x="31750" y="2883662"/>
                </a:lnTo>
                <a:lnTo>
                  <a:pt x="31750" y="3375304"/>
                </a:lnTo>
                <a:lnTo>
                  <a:pt x="34544" y="3378149"/>
                </a:lnTo>
                <a:lnTo>
                  <a:pt x="8230489" y="3378149"/>
                </a:lnTo>
                <a:lnTo>
                  <a:pt x="8233283" y="3375304"/>
                </a:lnTo>
                <a:lnTo>
                  <a:pt x="8233283" y="3371799"/>
                </a:lnTo>
                <a:lnTo>
                  <a:pt x="8233283" y="3365462"/>
                </a:lnTo>
                <a:lnTo>
                  <a:pt x="8233283" y="2845181"/>
                </a:lnTo>
                <a:close/>
              </a:path>
              <a:path w="8240395" h="3378200">
                <a:moveTo>
                  <a:pt x="8240268" y="883793"/>
                </a:moveTo>
                <a:lnTo>
                  <a:pt x="8208518" y="883793"/>
                </a:lnTo>
                <a:lnTo>
                  <a:pt x="8208518" y="22606"/>
                </a:lnTo>
                <a:lnTo>
                  <a:pt x="8205724" y="19812"/>
                </a:lnTo>
                <a:lnTo>
                  <a:pt x="8198612" y="19812"/>
                </a:lnTo>
                <a:lnTo>
                  <a:pt x="8195818" y="22606"/>
                </a:lnTo>
                <a:lnTo>
                  <a:pt x="8195818" y="883793"/>
                </a:lnTo>
                <a:lnTo>
                  <a:pt x="8164068" y="883793"/>
                </a:lnTo>
                <a:lnTo>
                  <a:pt x="8202168" y="959993"/>
                </a:lnTo>
                <a:lnTo>
                  <a:pt x="8230743" y="902843"/>
                </a:lnTo>
                <a:lnTo>
                  <a:pt x="8240268" y="883793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 sz="27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21813" y="3118675"/>
            <a:ext cx="2850833" cy="3654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2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Modificarea</a:t>
            </a:r>
            <a:r>
              <a:rPr sz="2250" spc="203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5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situa</a:t>
            </a:r>
            <a:r>
              <a:rPr sz="2250" spc="-60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ț</a:t>
            </a:r>
            <a:r>
              <a:rPr sz="2250" spc="-6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iei</a:t>
            </a:r>
            <a:endParaRPr sz="225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43223" y="3127820"/>
            <a:ext cx="2917508" cy="3654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250" spc="-53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Schimbare</a:t>
            </a:r>
            <a:r>
              <a:rPr sz="2250" spc="-68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cognitivă</a:t>
            </a:r>
            <a:endParaRPr sz="225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59309" y="3136964"/>
            <a:ext cx="2471738" cy="3654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2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Alocarea</a:t>
            </a:r>
            <a:r>
              <a:rPr sz="2250" spc="338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aten</a:t>
            </a: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ț</a:t>
            </a: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iei</a:t>
            </a:r>
            <a:endParaRPr sz="225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426184" y="3048380"/>
            <a:ext cx="3164205" cy="3654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25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Modularea</a:t>
            </a:r>
            <a:r>
              <a:rPr sz="2250" spc="113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250" spc="-98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răspunsului</a:t>
            </a:r>
            <a:endParaRPr sz="225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8055" y="2987497"/>
            <a:ext cx="1554479" cy="7117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algn="ctr">
              <a:lnSpc>
                <a:spcPts val="2670"/>
              </a:lnSpc>
              <a:spcBef>
                <a:spcPts val="150"/>
              </a:spcBef>
            </a:pP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Selectarea</a:t>
            </a:r>
            <a:endParaRPr sz="225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ts val="2670"/>
              </a:lnSpc>
            </a:pP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situa</a:t>
            </a: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Calibri"/>
              </a:rPr>
              <a:t>ț</a:t>
            </a:r>
            <a:r>
              <a:rPr sz="2250" spc="-1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iei</a:t>
            </a:r>
            <a:endParaRPr sz="225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10995" y="3732658"/>
            <a:ext cx="114300" cy="2652713"/>
          </a:xfrm>
          <a:custGeom>
            <a:avLst/>
            <a:gdLst/>
            <a:ahLst/>
            <a:cxnLst/>
            <a:rect l="l" t="t" r="r" b="b"/>
            <a:pathLst>
              <a:path w="76200" h="1768475">
                <a:moveTo>
                  <a:pt x="31750" y="1691767"/>
                </a:moveTo>
                <a:lnTo>
                  <a:pt x="0" y="1691767"/>
                </a:lnTo>
                <a:lnTo>
                  <a:pt x="38100" y="1767967"/>
                </a:lnTo>
                <a:lnTo>
                  <a:pt x="66674" y="1710817"/>
                </a:lnTo>
                <a:lnTo>
                  <a:pt x="34594" y="1710817"/>
                </a:lnTo>
                <a:lnTo>
                  <a:pt x="31750" y="1708023"/>
                </a:lnTo>
                <a:lnTo>
                  <a:pt x="31750" y="1691767"/>
                </a:lnTo>
                <a:close/>
              </a:path>
              <a:path w="76200" h="1768475">
                <a:moveTo>
                  <a:pt x="41605" y="0"/>
                </a:moveTo>
                <a:lnTo>
                  <a:pt x="34594" y="0"/>
                </a:lnTo>
                <a:lnTo>
                  <a:pt x="31750" y="2794"/>
                </a:lnTo>
                <a:lnTo>
                  <a:pt x="31750" y="1708023"/>
                </a:lnTo>
                <a:lnTo>
                  <a:pt x="34594" y="1710817"/>
                </a:lnTo>
                <a:lnTo>
                  <a:pt x="41605" y="1710817"/>
                </a:lnTo>
                <a:lnTo>
                  <a:pt x="44450" y="1708023"/>
                </a:lnTo>
                <a:lnTo>
                  <a:pt x="44450" y="2794"/>
                </a:lnTo>
                <a:lnTo>
                  <a:pt x="41605" y="0"/>
                </a:lnTo>
                <a:close/>
              </a:path>
              <a:path w="76200" h="1768475">
                <a:moveTo>
                  <a:pt x="76199" y="1691767"/>
                </a:moveTo>
                <a:lnTo>
                  <a:pt x="44450" y="1691767"/>
                </a:lnTo>
                <a:lnTo>
                  <a:pt x="44450" y="1708023"/>
                </a:lnTo>
                <a:lnTo>
                  <a:pt x="41605" y="1710817"/>
                </a:lnTo>
                <a:lnTo>
                  <a:pt x="66674" y="1710817"/>
                </a:lnTo>
                <a:lnTo>
                  <a:pt x="76199" y="1691767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 sz="27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37625" y="1469321"/>
            <a:ext cx="14540553" cy="8411271"/>
            <a:chOff x="0" y="0"/>
            <a:chExt cx="3829611" cy="2215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9611" cy="2215314"/>
            </a:xfrm>
            <a:custGeom>
              <a:avLst/>
              <a:gdLst/>
              <a:ahLst/>
              <a:cxnLst/>
              <a:rect l="l" t="t" r="r" b="b"/>
              <a:pathLst>
                <a:path w="3829611" h="2215314">
                  <a:moveTo>
                    <a:pt x="5857" y="0"/>
                  </a:moveTo>
                  <a:lnTo>
                    <a:pt x="3823754" y="0"/>
                  </a:lnTo>
                  <a:cubicBezTo>
                    <a:pt x="3825307" y="0"/>
                    <a:pt x="3826797" y="617"/>
                    <a:pt x="3827895" y="1715"/>
                  </a:cubicBezTo>
                  <a:cubicBezTo>
                    <a:pt x="3828994" y="2814"/>
                    <a:pt x="3829611" y="4303"/>
                    <a:pt x="3829611" y="5857"/>
                  </a:cubicBezTo>
                  <a:lnTo>
                    <a:pt x="3829611" y="2209457"/>
                  </a:lnTo>
                  <a:cubicBezTo>
                    <a:pt x="3829611" y="2212692"/>
                    <a:pt x="3826988" y="2215314"/>
                    <a:pt x="3823754" y="2215314"/>
                  </a:cubicBezTo>
                  <a:lnTo>
                    <a:pt x="5857" y="2215314"/>
                  </a:lnTo>
                  <a:cubicBezTo>
                    <a:pt x="2622" y="2215314"/>
                    <a:pt x="0" y="2212692"/>
                    <a:pt x="0" y="2209457"/>
                  </a:cubicBezTo>
                  <a:lnTo>
                    <a:pt x="0" y="5857"/>
                  </a:lnTo>
                  <a:cubicBezTo>
                    <a:pt x="0" y="2622"/>
                    <a:pt x="2622" y="0"/>
                    <a:pt x="58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29611" cy="226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89721" y="7402642"/>
            <a:ext cx="1855658" cy="18556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746354" y="7773815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2" y="0"/>
                </a:lnTo>
                <a:lnTo>
                  <a:pt x="1142392" y="1113312"/>
                </a:lnTo>
                <a:lnTo>
                  <a:pt x="0" y="111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75510" y="7402642"/>
            <a:ext cx="1855658" cy="185565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61506" y="7402642"/>
            <a:ext cx="1855658" cy="185565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0638" y="7402642"/>
            <a:ext cx="1855658" cy="185565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978404" y="7701379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6" y="0"/>
                </a:lnTo>
                <a:lnTo>
                  <a:pt x="1177786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53399" y="7758824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188788" y="765710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8" y="0"/>
                </a:lnTo>
                <a:lnTo>
                  <a:pt x="996588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Activitate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D79C4F53-C6F5-1960-E9BE-3D33EEDD6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69723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Activitate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 3 de seminar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Completați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formularul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885342BE-D4BC-615C-F4F9-0405D269A1F8}"/>
              </a:ext>
            </a:extLst>
          </p:cNvPr>
          <p:cNvSpPr txBox="1"/>
          <p:nvPr/>
        </p:nvSpPr>
        <p:spPr>
          <a:xfrm>
            <a:off x="3195637" y="3158754"/>
            <a:ext cx="12901013" cy="3511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ro-RO" sz="5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 grupe de 3 persoane, oferiți câte un exemplu fiecare de situație stresantă din viața dumneavoastră. Aplicați modelul procesării emoționale pe acea situație.</a:t>
            </a:r>
          </a:p>
        </p:txBody>
      </p:sp>
    </p:spTree>
  </p:cSld>
  <p:clrMapOvr>
    <a:masterClrMapping/>
  </p:clrMapOvr>
  <p:transition spd="slow"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25F0-ECE9-9B8E-DBCA-BF51B5AB5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DC049C-772B-F7B8-8BAD-338652A82D9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7896647-C5AE-ED87-FB15-A8ECD0D47EF6}"/>
              </a:ext>
            </a:extLst>
          </p:cNvPr>
          <p:cNvGrpSpPr/>
          <p:nvPr/>
        </p:nvGrpSpPr>
        <p:grpSpPr>
          <a:xfrm>
            <a:off x="2037625" y="1469321"/>
            <a:ext cx="14540553" cy="8411271"/>
            <a:chOff x="0" y="0"/>
            <a:chExt cx="3829611" cy="221531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E362DD-0450-DE4A-9665-60AFB01973AF}"/>
                </a:ext>
              </a:extLst>
            </p:cNvPr>
            <p:cNvSpPr/>
            <p:nvPr/>
          </p:nvSpPr>
          <p:spPr>
            <a:xfrm>
              <a:off x="0" y="0"/>
              <a:ext cx="3829611" cy="2215314"/>
            </a:xfrm>
            <a:custGeom>
              <a:avLst/>
              <a:gdLst/>
              <a:ahLst/>
              <a:cxnLst/>
              <a:rect l="l" t="t" r="r" b="b"/>
              <a:pathLst>
                <a:path w="3829611" h="2215314">
                  <a:moveTo>
                    <a:pt x="5857" y="0"/>
                  </a:moveTo>
                  <a:lnTo>
                    <a:pt x="3823754" y="0"/>
                  </a:lnTo>
                  <a:cubicBezTo>
                    <a:pt x="3825307" y="0"/>
                    <a:pt x="3826797" y="617"/>
                    <a:pt x="3827895" y="1715"/>
                  </a:cubicBezTo>
                  <a:cubicBezTo>
                    <a:pt x="3828994" y="2814"/>
                    <a:pt x="3829611" y="4303"/>
                    <a:pt x="3829611" y="5857"/>
                  </a:cubicBezTo>
                  <a:lnTo>
                    <a:pt x="3829611" y="2209457"/>
                  </a:lnTo>
                  <a:cubicBezTo>
                    <a:pt x="3829611" y="2212692"/>
                    <a:pt x="3826988" y="2215314"/>
                    <a:pt x="3823754" y="2215314"/>
                  </a:cubicBezTo>
                  <a:lnTo>
                    <a:pt x="5857" y="2215314"/>
                  </a:lnTo>
                  <a:cubicBezTo>
                    <a:pt x="2622" y="2215314"/>
                    <a:pt x="0" y="2212692"/>
                    <a:pt x="0" y="2209457"/>
                  </a:cubicBezTo>
                  <a:lnTo>
                    <a:pt x="0" y="5857"/>
                  </a:lnTo>
                  <a:cubicBezTo>
                    <a:pt x="0" y="2622"/>
                    <a:pt x="2622" y="0"/>
                    <a:pt x="58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BCEBA5-043E-ABD5-6A3A-5ADC423096C5}"/>
                </a:ext>
              </a:extLst>
            </p:cNvPr>
            <p:cNvSpPr txBox="1"/>
            <p:nvPr/>
          </p:nvSpPr>
          <p:spPr>
            <a:xfrm>
              <a:off x="0" y="-47625"/>
              <a:ext cx="3829611" cy="226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2C0E29D-675B-94B3-25DF-45D3B26222D8}"/>
              </a:ext>
            </a:extLst>
          </p:cNvPr>
          <p:cNvGrpSpPr/>
          <p:nvPr/>
        </p:nvGrpSpPr>
        <p:grpSpPr>
          <a:xfrm>
            <a:off x="3389721" y="7402642"/>
            <a:ext cx="1855658" cy="1855658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2C2B761-337B-9303-2BBE-ED6AA80D56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56F4619-78DE-3C2E-FD93-B9EC4A59E63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6AB056E-959C-0A60-DEE9-9AB95B47041B}"/>
              </a:ext>
            </a:extLst>
          </p:cNvPr>
          <p:cNvSpPr/>
          <p:nvPr/>
        </p:nvSpPr>
        <p:spPr>
          <a:xfrm>
            <a:off x="3746354" y="7773815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2" y="0"/>
                </a:lnTo>
                <a:lnTo>
                  <a:pt x="1142392" y="1113312"/>
                </a:lnTo>
                <a:lnTo>
                  <a:pt x="0" y="111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6336633-F978-88A9-6E16-68503A6B738D}"/>
              </a:ext>
            </a:extLst>
          </p:cNvPr>
          <p:cNvGrpSpPr/>
          <p:nvPr/>
        </p:nvGrpSpPr>
        <p:grpSpPr>
          <a:xfrm>
            <a:off x="6575510" y="7402642"/>
            <a:ext cx="1855658" cy="1855658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2F9AF38-9864-FD13-0DDE-CDF537008B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8FF87B7-6B70-849B-E5F8-9392D06726C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D923F-6DD7-A903-E889-1A324527E97B}"/>
              </a:ext>
            </a:extLst>
          </p:cNvPr>
          <p:cNvGrpSpPr/>
          <p:nvPr/>
        </p:nvGrpSpPr>
        <p:grpSpPr>
          <a:xfrm>
            <a:off x="9761506" y="7402642"/>
            <a:ext cx="1855658" cy="185565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DEEFACF-1A23-DCD5-E4E8-FA15D911B5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1A1114B-38A8-B38F-25D2-22951BB6866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A076C-048A-D228-12E3-B132E867DB91}"/>
              </a:ext>
            </a:extLst>
          </p:cNvPr>
          <p:cNvGrpSpPr/>
          <p:nvPr/>
        </p:nvGrpSpPr>
        <p:grpSpPr>
          <a:xfrm>
            <a:off x="12750638" y="7402642"/>
            <a:ext cx="1855658" cy="1855658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9981D4F-A46C-F5DB-AF3A-3481033D87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5DCD7A7-4E6B-F375-EFE7-1377396E12A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A681968D-6393-385A-998B-7DE780A8B959}"/>
              </a:ext>
            </a:extLst>
          </p:cNvPr>
          <p:cNvSpPr/>
          <p:nvPr/>
        </p:nvSpPr>
        <p:spPr>
          <a:xfrm>
            <a:off x="6978404" y="7701379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6" y="0"/>
                </a:lnTo>
                <a:lnTo>
                  <a:pt x="1177786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64754DE9-EE7B-0F2D-D7C8-2E99915DD6C0}"/>
              </a:ext>
            </a:extLst>
          </p:cNvPr>
          <p:cNvSpPr/>
          <p:nvPr/>
        </p:nvSpPr>
        <p:spPr>
          <a:xfrm>
            <a:off x="10253399" y="7758824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4B4C509-159A-92CE-C905-4F21207EB548}"/>
              </a:ext>
            </a:extLst>
          </p:cNvPr>
          <p:cNvSpPr/>
          <p:nvPr/>
        </p:nvSpPr>
        <p:spPr>
          <a:xfrm>
            <a:off x="13188788" y="765710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8" y="0"/>
                </a:lnTo>
                <a:lnTo>
                  <a:pt x="996588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D1E21CB-2B28-D48B-42AA-6DDDE87B710A}"/>
              </a:ext>
            </a:extLst>
          </p:cNvPr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Activitate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3EA4701-0EEF-6D94-42F9-8FDE56287579}"/>
              </a:ext>
            </a:extLst>
          </p:cNvPr>
          <p:cNvSpPr txBox="1"/>
          <p:nvPr/>
        </p:nvSpPr>
        <p:spPr>
          <a:xfrm>
            <a:off x="2857394" y="3701314"/>
            <a:ext cx="12901013" cy="2614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ro-RO" sz="5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 grupe de 3 persoane, oferiți câte un exemplu fiecare de ABC cognitiv din viața dumneavoastră. Alegeți situații în care ați resimțit stres crescut.</a:t>
            </a:r>
            <a:endParaRPr lang="en-US" sz="5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2AFA49D1-F01F-8259-9B02-B6B79F7A4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69723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Activitate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 3 de seminar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Completați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formularul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Imagine 25">
            <a:extLst>
              <a:ext uri="{FF2B5EF4-FFF2-40B4-BE49-F238E27FC236}">
                <a16:creationId xmlns:a16="http://schemas.microsoft.com/office/drawing/2014/main" id="{82652CFA-2D8F-9CA2-73BC-EAA4A890BF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952" y="1378908"/>
            <a:ext cx="8592096" cy="859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31149"/>
      </p:ext>
    </p:extLst>
  </p:cSld>
  <p:clrMapOvr>
    <a:masterClrMapping/>
  </p:clrMapOvr>
  <p:transition spd="slow">
    <p:pull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ți un document nou." ma:contentTypeScope="" ma:versionID="26f0d7450ee2774564769c92eab60be1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a28a438a0ac43d9956140613b5a3b8e9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262EC6-0A4F-409F-A1CE-8FB40483DBAE}"/>
</file>

<file path=customXml/itemProps2.xml><?xml version="1.0" encoding="utf-8"?>
<ds:datastoreItem xmlns:ds="http://schemas.openxmlformats.org/officeDocument/2006/customXml" ds:itemID="{90A4ADC3-4732-4DC9-AC08-4748818EE881}"/>
</file>

<file path=customXml/itemProps3.xml><?xml version="1.0" encoding="utf-8"?>
<ds:datastoreItem xmlns:ds="http://schemas.openxmlformats.org/officeDocument/2006/customXml" ds:itemID="{C3FF7EAE-EB68-4DA9-B2CB-2EB7E632E0CE}"/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366</Words>
  <Application>Microsoft Office PowerPoint</Application>
  <PresentationFormat>Particularizare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21" baseType="lpstr">
      <vt:lpstr>Arial</vt:lpstr>
      <vt:lpstr>Calibri</vt:lpstr>
      <vt:lpstr>Dosis</vt:lpstr>
      <vt:lpstr>Carelia</vt:lpstr>
      <vt:lpstr>Dosis Bold</vt:lpstr>
      <vt:lpstr>Verdana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Emoțiile</vt:lpstr>
      <vt:lpstr>Modelul Procesării Emoționale (Gross,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seminar 10.pptx</dc:title>
  <dc:creator>Mihai</dc:creator>
  <cp:lastModifiedBy>Mihai Mihes</cp:lastModifiedBy>
  <cp:revision>13</cp:revision>
  <dcterms:created xsi:type="dcterms:W3CDTF">2006-08-16T00:00:00Z</dcterms:created>
  <dcterms:modified xsi:type="dcterms:W3CDTF">2025-12-04T13:51:25Z</dcterms:modified>
  <dc:identifier>DAGU8zTf8Uk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