
<file path=[Content_Types].xml><?xml version="1.0" encoding="utf-8"?>
<Types xmlns="http://schemas.openxmlformats.org/package/2006/content-types">
  <Default Extension="fntdata" ContentType="application/x-fontdata"/>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4"/>
  </p:sldMasterIdLst>
  <p:notesMasterIdLst>
    <p:notesMasterId r:id="rId4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Lst>
  <p:sldSz cx="9144000" cy="6858000" type="screen4x3"/>
  <p:notesSz cx="6858000" cy="9144000"/>
  <p:embeddedFontLst>
    <p:embeddedFont>
      <p:font typeface="Century Gothic" panose="020B0502020202020204" pitchFamily="34" charset="0"/>
      <p:regular r:id="rId45"/>
      <p:bold r:id="rId46"/>
      <p:italic r:id="rId47"/>
      <p:boldItalic r:id="rId4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49" roundtripDataSignature="AMtx7mjXwzYMH0D73sxGQv9iduDONir6x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34B87C2-7F3C-086C-6DFA-18DE53265A09}" v="4" dt="2026-01-29T20:27:25.106"/>
    <p1510:client id="{BE957B1D-4EC0-0D48-91E7-60BC7E229A15}" v="11" dt="2026-01-29T19:24:55.539"/>
    <p1510:client id="{FDB717DB-770F-2534-62B0-EEA67F5872D8}" v="5" dt="2026-01-29T18:56:24.32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2880"/>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font" Target="fonts/font3.fntdata"/><Relationship Id="rId50" Type="http://schemas.openxmlformats.org/officeDocument/2006/relationships/presProps" Target="presProps.xml"/><Relationship Id="rId55" Type="http://schemas.microsoft.com/office/2015/10/relationships/revisionInfo" Target="revisionInfo.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font" Target="fonts/font1.fntdata"/><Relationship Id="rId53"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notesMaster" Target="notesMasters/notesMaster1.xml"/><Relationship Id="rId52"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font" Target="fonts/font4.fntdata"/><Relationship Id="rId8" Type="http://schemas.openxmlformats.org/officeDocument/2006/relationships/slide" Target="slides/slide4.xml"/><Relationship Id="rId51" Type="http://schemas.openxmlformats.org/officeDocument/2006/relationships/viewProps" Target="view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font" Target="fonts/font2.fntdata"/><Relationship Id="rId20" Type="http://schemas.openxmlformats.org/officeDocument/2006/relationships/slide" Target="slides/slide16.xml"/><Relationship Id="rId41" Type="http://schemas.openxmlformats.org/officeDocument/2006/relationships/slide" Target="slides/slide37.xml"/><Relationship Id="rId54"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customschemas.google.com/relationships/presentationmetadata" Target="meta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DREEA HĂRĂGUȘ" userId="S::andreea.haragus1@stud.ubbcluj.ro::9c645a87-e013-46c9-9d93-cf16ea998574" providerId="AD" clId="Web-{D2FE21B1-4F6B-2933-95F1-D351B6FB5755}"/>
    <pc:docChg chg="addSld delSld">
      <pc:chgData name="ANDREEA HĂRĂGUȘ" userId="S::andreea.haragus1@stud.ubbcluj.ro::9c645a87-e013-46c9-9d93-cf16ea998574" providerId="AD" clId="Web-{D2FE21B1-4F6B-2933-95F1-D351B6FB5755}" dt="2026-01-21T12:08:51.739" v="1"/>
      <pc:docMkLst>
        <pc:docMk/>
      </pc:docMkLst>
    </pc:docChg>
  </pc:docChgLst>
  <pc:docChgLst>
    <pc:chgData name="ȘTEFAN-ALEXANDRU POPICA" userId="S::stefan.popica@stud.ubbcluj.ro::18df67e2-aada-4830-8132-750a0e58af20" providerId="AD" clId="Web-{BE957B1D-4EC0-0D48-91E7-60BC7E229A15}"/>
    <pc:docChg chg="modSld">
      <pc:chgData name="ȘTEFAN-ALEXANDRU POPICA" userId="S::stefan.popica@stud.ubbcluj.ro::18df67e2-aada-4830-8132-750a0e58af20" providerId="AD" clId="Web-{BE957B1D-4EC0-0D48-91E7-60BC7E229A15}" dt="2026-01-29T19:24:55.539" v="10" actId="14100"/>
      <pc:docMkLst>
        <pc:docMk/>
      </pc:docMkLst>
      <pc:sldChg chg="modSp">
        <pc:chgData name="ȘTEFAN-ALEXANDRU POPICA" userId="S::stefan.popica@stud.ubbcluj.ro::18df67e2-aada-4830-8132-750a0e58af20" providerId="AD" clId="Web-{BE957B1D-4EC0-0D48-91E7-60BC7E229A15}" dt="2026-01-29T19:24:55.539" v="10" actId="14100"/>
        <pc:sldMkLst>
          <pc:docMk/>
          <pc:sldMk cId="0" sldId="287"/>
        </pc:sldMkLst>
        <pc:picChg chg="mod">
          <ac:chgData name="ȘTEFAN-ALEXANDRU POPICA" userId="S::stefan.popica@stud.ubbcluj.ro::18df67e2-aada-4830-8132-750a0e58af20" providerId="AD" clId="Web-{BE957B1D-4EC0-0D48-91E7-60BC7E229A15}" dt="2026-01-29T19:24:55.539" v="10" actId="14100"/>
          <ac:picMkLst>
            <pc:docMk/>
            <pc:sldMk cId="0" sldId="287"/>
            <ac:picMk id="388" creationId="{00000000-0000-0000-0000-000000000000}"/>
          </ac:picMkLst>
        </pc:picChg>
      </pc:sldChg>
    </pc:docChg>
  </pc:docChgLst>
  <pc:docChgLst>
    <pc:chgData name="LUIZA-ANIELA BERECZKY" userId="S::luiza.bereczky@stud.ubbcluj.ro::b50757dc-d810-4440-85ad-01cf1ed61080" providerId="AD" clId="Web-{74AF43C5-BF2F-AE16-2B6A-89F8C879B4B4}"/>
    <pc:docChg chg="modSld">
      <pc:chgData name="LUIZA-ANIELA BERECZKY" userId="S::luiza.bereczky@stud.ubbcluj.ro::b50757dc-d810-4440-85ad-01cf1ed61080" providerId="AD" clId="Web-{74AF43C5-BF2F-AE16-2B6A-89F8C879B4B4}" dt="2026-01-21T11:01:00.138" v="2" actId="20577"/>
      <pc:docMkLst>
        <pc:docMk/>
      </pc:docMkLst>
      <pc:sldChg chg="modSp">
        <pc:chgData name="LUIZA-ANIELA BERECZKY" userId="S::luiza.bereczky@stud.ubbcluj.ro::b50757dc-d810-4440-85ad-01cf1ed61080" providerId="AD" clId="Web-{74AF43C5-BF2F-AE16-2B6A-89F8C879B4B4}" dt="2026-01-21T11:01:00.138" v="2" actId="20577"/>
        <pc:sldMkLst>
          <pc:docMk/>
          <pc:sldMk cId="0" sldId="272"/>
        </pc:sldMkLst>
        <pc:spChg chg="mod">
          <ac:chgData name="LUIZA-ANIELA BERECZKY" userId="S::luiza.bereczky@stud.ubbcluj.ro::b50757dc-d810-4440-85ad-01cf1ed61080" providerId="AD" clId="Web-{74AF43C5-BF2F-AE16-2B6A-89F8C879B4B4}" dt="2026-01-21T11:01:00.138" v="2" actId="20577"/>
          <ac:spMkLst>
            <pc:docMk/>
            <pc:sldMk cId="0" sldId="272"/>
            <ac:spMk id="279" creationId="{00000000-0000-0000-0000-000000000000}"/>
          </ac:spMkLst>
        </pc:spChg>
        <pc:picChg chg="mod">
          <ac:chgData name="LUIZA-ANIELA BERECZKY" userId="S::luiza.bereczky@stud.ubbcluj.ro::b50757dc-d810-4440-85ad-01cf1ed61080" providerId="AD" clId="Web-{74AF43C5-BF2F-AE16-2B6A-89F8C879B4B4}" dt="2026-01-21T11:00:53.403" v="0" actId="1076"/>
          <ac:picMkLst>
            <pc:docMk/>
            <pc:sldMk cId="0" sldId="272"/>
            <ac:picMk id="280" creationId="{00000000-0000-0000-0000-000000000000}"/>
          </ac:picMkLst>
        </pc:picChg>
      </pc:sldChg>
    </pc:docChg>
  </pc:docChgLst>
  <pc:docChgLst>
    <pc:chgData name="VASILE-CRISTIAN ȘOIMAN" userId="S::vasile.soiman@stud.ubbcluj.ro::9297a324-9bac-4843-ade3-8bf04a5aef5f" providerId="AD" clId="Web-{08C640FF-89B7-F39D-6654-C76F35ECA414}"/>
    <pc:docChg chg="addSld delSld">
      <pc:chgData name="VASILE-CRISTIAN ȘOIMAN" userId="S::vasile.soiman@stud.ubbcluj.ro::9297a324-9bac-4843-ade3-8bf04a5aef5f" providerId="AD" clId="Web-{08C640FF-89B7-F39D-6654-C76F35ECA414}" dt="2026-01-27T21:04:25.633" v="7"/>
      <pc:docMkLst>
        <pc:docMk/>
      </pc:docMkLst>
    </pc:docChg>
  </pc:docChgLst>
  <pc:docChgLst>
    <pc:chgData name="ANDREAS-DARIAN ALBU" userId="S::andreas.albu@stud.ubbcluj.ro::38b89eec-c6a8-425f-a377-be1368ff3095" providerId="AD" clId="Web-{534B87C2-7F3C-086C-6DFA-18DE53265A09}"/>
    <pc:docChg chg="modSld">
      <pc:chgData name="ANDREAS-DARIAN ALBU" userId="S::andreas.albu@stud.ubbcluj.ro::38b89eec-c6a8-425f-a377-be1368ff3095" providerId="AD" clId="Web-{534B87C2-7F3C-086C-6DFA-18DE53265A09}" dt="2026-01-29T20:27:25.106" v="3" actId="14100"/>
      <pc:docMkLst>
        <pc:docMk/>
      </pc:docMkLst>
      <pc:sldChg chg="modSp">
        <pc:chgData name="ANDREAS-DARIAN ALBU" userId="S::andreas.albu@stud.ubbcluj.ro::38b89eec-c6a8-425f-a377-be1368ff3095" providerId="AD" clId="Web-{534B87C2-7F3C-086C-6DFA-18DE53265A09}" dt="2026-01-29T20:27:17.184" v="1" actId="1076"/>
        <pc:sldMkLst>
          <pc:docMk/>
          <pc:sldMk cId="0" sldId="286"/>
        </pc:sldMkLst>
        <pc:picChg chg="mod">
          <ac:chgData name="ANDREAS-DARIAN ALBU" userId="S::andreas.albu@stud.ubbcluj.ro::38b89eec-c6a8-425f-a377-be1368ff3095" providerId="AD" clId="Web-{534B87C2-7F3C-086C-6DFA-18DE53265A09}" dt="2026-01-29T20:27:17.184" v="1" actId="1076"/>
          <ac:picMkLst>
            <pc:docMk/>
            <pc:sldMk cId="0" sldId="286"/>
            <ac:picMk id="378" creationId="{00000000-0000-0000-0000-000000000000}"/>
          </ac:picMkLst>
        </pc:picChg>
      </pc:sldChg>
      <pc:sldChg chg="modSp">
        <pc:chgData name="ANDREAS-DARIAN ALBU" userId="S::andreas.albu@stud.ubbcluj.ro::38b89eec-c6a8-425f-a377-be1368ff3095" providerId="AD" clId="Web-{534B87C2-7F3C-086C-6DFA-18DE53265A09}" dt="2026-01-29T20:27:25.106" v="3" actId="14100"/>
        <pc:sldMkLst>
          <pc:docMk/>
          <pc:sldMk cId="0" sldId="287"/>
        </pc:sldMkLst>
        <pc:picChg chg="mod">
          <ac:chgData name="ANDREAS-DARIAN ALBU" userId="S::andreas.albu@stud.ubbcluj.ro::38b89eec-c6a8-425f-a377-be1368ff3095" providerId="AD" clId="Web-{534B87C2-7F3C-086C-6DFA-18DE53265A09}" dt="2026-01-29T20:27:25.106" v="3" actId="14100"/>
          <ac:picMkLst>
            <pc:docMk/>
            <pc:sldMk cId="0" sldId="287"/>
            <ac:picMk id="388" creationId="{00000000-0000-0000-0000-000000000000}"/>
          </ac:picMkLst>
        </pc:picChg>
      </pc:sldChg>
    </pc:docChg>
  </pc:docChgLst>
  <pc:docChgLst>
    <pc:chgData name="ȘTEFAN-ALEXANDRU POPICA" userId="S::stefan.popica@stud.ubbcluj.ro::18df67e2-aada-4830-8132-750a0e58af20" providerId="AD" clId="Web-{FDB717DB-770F-2534-62B0-EEA67F5872D8}"/>
    <pc:docChg chg="modSld">
      <pc:chgData name="ȘTEFAN-ALEXANDRU POPICA" userId="S::stefan.popica@stud.ubbcluj.ro::18df67e2-aada-4830-8132-750a0e58af20" providerId="AD" clId="Web-{FDB717DB-770F-2534-62B0-EEA67F5872D8}" dt="2026-01-29T18:56:24.327" v="4" actId="14100"/>
      <pc:docMkLst>
        <pc:docMk/>
      </pc:docMkLst>
      <pc:sldChg chg="modSp">
        <pc:chgData name="ȘTEFAN-ALEXANDRU POPICA" userId="S::stefan.popica@stud.ubbcluj.ro::18df67e2-aada-4830-8132-750a0e58af20" providerId="AD" clId="Web-{FDB717DB-770F-2534-62B0-EEA67F5872D8}" dt="2026-01-29T18:53:27.737" v="1" actId="14100"/>
        <pc:sldMkLst>
          <pc:docMk/>
          <pc:sldMk cId="0" sldId="286"/>
        </pc:sldMkLst>
        <pc:picChg chg="mod">
          <ac:chgData name="ȘTEFAN-ALEXANDRU POPICA" userId="S::stefan.popica@stud.ubbcluj.ro::18df67e2-aada-4830-8132-750a0e58af20" providerId="AD" clId="Web-{FDB717DB-770F-2534-62B0-EEA67F5872D8}" dt="2026-01-29T18:53:27.737" v="1" actId="14100"/>
          <ac:picMkLst>
            <pc:docMk/>
            <pc:sldMk cId="0" sldId="286"/>
            <ac:picMk id="378" creationId="{00000000-0000-0000-0000-000000000000}"/>
          </ac:picMkLst>
        </pc:picChg>
      </pc:sldChg>
      <pc:sldChg chg="modSp">
        <pc:chgData name="ȘTEFAN-ALEXANDRU POPICA" userId="S::stefan.popica@stud.ubbcluj.ro::18df67e2-aada-4830-8132-750a0e58af20" providerId="AD" clId="Web-{FDB717DB-770F-2534-62B0-EEA67F5872D8}" dt="2026-01-29T18:56:24.327" v="4" actId="14100"/>
        <pc:sldMkLst>
          <pc:docMk/>
          <pc:sldMk cId="0" sldId="287"/>
        </pc:sldMkLst>
        <pc:picChg chg="mod">
          <ac:chgData name="ȘTEFAN-ALEXANDRU POPICA" userId="S::stefan.popica@stud.ubbcluj.ro::18df67e2-aada-4830-8132-750a0e58af20" providerId="AD" clId="Web-{FDB717DB-770F-2534-62B0-EEA67F5872D8}" dt="2026-01-29T18:56:24.327" v="4" actId="14100"/>
          <ac:picMkLst>
            <pc:docMk/>
            <pc:sldMk cId="0" sldId="287"/>
            <ac:picMk id="388" creationId="{00000000-0000-0000-0000-00000000000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6" name="Google Shape;166;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SzPts val="1400"/>
              <a:buNone/>
            </a:pPr>
            <a:r>
              <a:rPr lang="en-US"/>
              <a:t>DOAMNE-AJUTA!</a:t>
            </a:r>
            <a:endParaRPr/>
          </a:p>
        </p:txBody>
      </p:sp>
      <p:sp>
        <p:nvSpPr>
          <p:cNvPr id="167" name="Google Shape;167;p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p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3" name="Google Shape;173;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0" name="Google Shape;180;p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SzPts val="1400"/>
              <a:buNone/>
            </a:pPr>
            <a:endParaRPr/>
          </a:p>
        </p:txBody>
      </p:sp>
      <p:sp>
        <p:nvSpPr>
          <p:cNvPr id="181" name="Google Shape;181;p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8" name="Google Shape;188;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SzPts val="1400"/>
              <a:buNone/>
            </a:pPr>
            <a:endParaRPr/>
          </a:p>
        </p:txBody>
      </p:sp>
      <p:sp>
        <p:nvSpPr>
          <p:cNvPr id="189" name="Google Shape;189;p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6" name="Google Shape;196;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3" name="Google Shape;203;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p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9" name="Google Shape;209;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p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5" name="Google Shape;215;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1" name="Google Shape;221;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p1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7" name="Google Shape;227;p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p1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4" name="Google Shape;234;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p1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0" name="Google Shape;240;p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p1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6" name="Google Shape;246;p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p1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4" name="Google Shape;254;p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p1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1" name="Google Shape;261;p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p1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8" name="Google Shape;268;p1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4"/>
        <p:cNvGrpSpPr/>
        <p:nvPr/>
      </p:nvGrpSpPr>
      <p:grpSpPr>
        <a:xfrm>
          <a:off x="0" y="0"/>
          <a:ext cx="0" cy="0"/>
          <a:chOff x="0" y="0"/>
          <a:chExt cx="0" cy="0"/>
        </a:xfrm>
      </p:grpSpPr>
      <p:sp>
        <p:nvSpPr>
          <p:cNvPr id="275" name="Google Shape;275;p1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76" name="Google Shape;276;p1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p1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84" name="Google Shape;284;p1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
        <p:cNvGrpSpPr/>
        <p:nvPr/>
      </p:nvGrpSpPr>
      <p:grpSpPr>
        <a:xfrm>
          <a:off x="0" y="0"/>
          <a:ext cx="0" cy="0"/>
          <a:chOff x="0" y="0"/>
          <a:chExt cx="0" cy="0"/>
        </a:xfrm>
      </p:grpSpPr>
      <p:sp>
        <p:nvSpPr>
          <p:cNvPr id="291" name="Google Shape;291;p1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92" name="Google Shape;292;p1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p2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99" name="Google Shape;299;p2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05" name="Google Shape;305;p2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p2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3" name="Google Shape;313;p2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8"/>
        <p:cNvGrpSpPr/>
        <p:nvPr/>
      </p:nvGrpSpPr>
      <p:grpSpPr>
        <a:xfrm>
          <a:off x="0" y="0"/>
          <a:ext cx="0" cy="0"/>
          <a:chOff x="0" y="0"/>
          <a:chExt cx="0" cy="0"/>
        </a:xfrm>
      </p:grpSpPr>
      <p:sp>
        <p:nvSpPr>
          <p:cNvPr id="319" name="Google Shape;319;p2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0" name="Google Shape;320;p2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p2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6" name="Google Shape;326;p2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p2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32" name="Google Shape;332;p2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8"/>
        <p:cNvGrpSpPr/>
        <p:nvPr/>
      </p:nvGrpSpPr>
      <p:grpSpPr>
        <a:xfrm>
          <a:off x="0" y="0"/>
          <a:ext cx="0" cy="0"/>
          <a:chOff x="0" y="0"/>
          <a:chExt cx="0" cy="0"/>
        </a:xfrm>
      </p:grpSpPr>
      <p:sp>
        <p:nvSpPr>
          <p:cNvPr id="339" name="Google Shape;339;p2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40" name="Google Shape;340;p2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5"/>
        <p:cNvGrpSpPr/>
        <p:nvPr/>
      </p:nvGrpSpPr>
      <p:grpSpPr>
        <a:xfrm>
          <a:off x="0" y="0"/>
          <a:ext cx="0" cy="0"/>
          <a:chOff x="0" y="0"/>
          <a:chExt cx="0" cy="0"/>
        </a:xfrm>
      </p:grpSpPr>
      <p:sp>
        <p:nvSpPr>
          <p:cNvPr id="346" name="Google Shape;346;p2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47" name="Google Shape;347;p2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3"/>
        <p:cNvGrpSpPr/>
        <p:nvPr/>
      </p:nvGrpSpPr>
      <p:grpSpPr>
        <a:xfrm>
          <a:off x="0" y="0"/>
          <a:ext cx="0" cy="0"/>
          <a:chOff x="0" y="0"/>
          <a:chExt cx="0" cy="0"/>
        </a:xfrm>
      </p:grpSpPr>
      <p:sp>
        <p:nvSpPr>
          <p:cNvPr id="354" name="Google Shape;354;p2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55" name="Google Shape;355;p2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p2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61" name="Google Shape;361;p2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6"/>
        <p:cNvGrpSpPr/>
        <p:nvPr/>
      </p:nvGrpSpPr>
      <p:grpSpPr>
        <a:xfrm>
          <a:off x="0" y="0"/>
          <a:ext cx="0" cy="0"/>
          <a:chOff x="0" y="0"/>
          <a:chExt cx="0" cy="0"/>
        </a:xfrm>
      </p:grpSpPr>
      <p:sp>
        <p:nvSpPr>
          <p:cNvPr id="367" name="Google Shape;367;p3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68" name="Google Shape;368;p3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2"/>
        <p:cNvGrpSpPr/>
        <p:nvPr/>
      </p:nvGrpSpPr>
      <p:grpSpPr>
        <a:xfrm>
          <a:off x="0" y="0"/>
          <a:ext cx="0" cy="0"/>
          <a:chOff x="0" y="0"/>
          <a:chExt cx="0" cy="0"/>
        </a:xfrm>
      </p:grpSpPr>
      <p:sp>
        <p:nvSpPr>
          <p:cNvPr id="373" name="Google Shape;373;p3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74" name="Google Shape;374;p3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9"/>
        <p:cNvGrpSpPr/>
        <p:nvPr/>
      </p:nvGrpSpPr>
      <p:grpSpPr>
        <a:xfrm>
          <a:off x="0" y="0"/>
          <a:ext cx="0" cy="0"/>
          <a:chOff x="0" y="0"/>
          <a:chExt cx="0" cy="0"/>
        </a:xfrm>
      </p:grpSpPr>
      <p:sp>
        <p:nvSpPr>
          <p:cNvPr id="380" name="Google Shape;380;p3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81" name="Google Shape;381;p3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p:cNvGrpSpPr/>
        <p:nvPr/>
      </p:nvGrpSpPr>
      <p:grpSpPr>
        <a:xfrm>
          <a:off x="0" y="0"/>
          <a:ext cx="0" cy="0"/>
          <a:chOff x="0" y="0"/>
          <a:chExt cx="0" cy="0"/>
        </a:xfrm>
      </p:grpSpPr>
      <p:sp>
        <p:nvSpPr>
          <p:cNvPr id="390" name="Google Shape;390;p3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91" name="Google Shape;391;p3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5"/>
        <p:cNvGrpSpPr/>
        <p:nvPr/>
      </p:nvGrpSpPr>
      <p:grpSpPr>
        <a:xfrm>
          <a:off x="0" y="0"/>
          <a:ext cx="0" cy="0"/>
          <a:chOff x="0" y="0"/>
          <a:chExt cx="0" cy="0"/>
        </a:xfrm>
      </p:grpSpPr>
      <p:sp>
        <p:nvSpPr>
          <p:cNvPr id="396" name="Google Shape;396;p3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97" name="Google Shape;397;p3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1"/>
        <p:cNvGrpSpPr/>
        <p:nvPr/>
      </p:nvGrpSpPr>
      <p:grpSpPr>
        <a:xfrm>
          <a:off x="0" y="0"/>
          <a:ext cx="0" cy="0"/>
          <a:chOff x="0" y="0"/>
          <a:chExt cx="0" cy="0"/>
        </a:xfrm>
      </p:grpSpPr>
      <p:sp>
        <p:nvSpPr>
          <p:cNvPr id="402" name="Google Shape;402;p3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03" name="Google Shape;403;p3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7"/>
        <p:cNvGrpSpPr/>
        <p:nvPr/>
      </p:nvGrpSpPr>
      <p:grpSpPr>
        <a:xfrm>
          <a:off x="0" y="0"/>
          <a:ext cx="0" cy="0"/>
          <a:chOff x="0" y="0"/>
          <a:chExt cx="0" cy="0"/>
        </a:xfrm>
      </p:grpSpPr>
      <p:sp>
        <p:nvSpPr>
          <p:cNvPr id="408" name="Google Shape;408;p3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09" name="Google Shape;409;p3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6"/>
        <p:cNvGrpSpPr/>
        <p:nvPr/>
      </p:nvGrpSpPr>
      <p:grpSpPr>
        <a:xfrm>
          <a:off x="0" y="0"/>
          <a:ext cx="0" cy="0"/>
          <a:chOff x="0" y="0"/>
          <a:chExt cx="0" cy="0"/>
        </a:xfrm>
      </p:grpSpPr>
      <p:sp>
        <p:nvSpPr>
          <p:cNvPr id="417" name="Google Shape;417;p3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18" name="Google Shape;418;p3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2"/>
        <p:cNvGrpSpPr/>
        <p:nvPr/>
      </p:nvGrpSpPr>
      <p:grpSpPr>
        <a:xfrm>
          <a:off x="0" y="0"/>
          <a:ext cx="0" cy="0"/>
          <a:chOff x="0" y="0"/>
          <a:chExt cx="0" cy="0"/>
        </a:xfrm>
      </p:grpSpPr>
      <p:sp>
        <p:nvSpPr>
          <p:cNvPr id="423" name="Google Shape;423;p4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24" name="Google Shape;424;p4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8"/>
        <p:cNvGrpSpPr/>
        <p:nvPr/>
      </p:nvGrpSpPr>
      <p:grpSpPr>
        <a:xfrm>
          <a:off x="0" y="0"/>
          <a:ext cx="0" cy="0"/>
          <a:chOff x="0" y="0"/>
          <a:chExt cx="0" cy="0"/>
        </a:xfrm>
      </p:grpSpPr>
      <p:sp>
        <p:nvSpPr>
          <p:cNvPr id="429" name="Google Shape;429;p4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30" name="Google Shape;430;p4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42"/>
        <p:cNvGrpSpPr/>
        <p:nvPr/>
      </p:nvGrpSpPr>
      <p:grpSpPr>
        <a:xfrm>
          <a:off x="0" y="0"/>
          <a:ext cx="0" cy="0"/>
          <a:chOff x="0" y="0"/>
          <a:chExt cx="0" cy="0"/>
        </a:xfrm>
      </p:grpSpPr>
      <p:sp>
        <p:nvSpPr>
          <p:cNvPr id="43" name="Google Shape;43;p43"/>
          <p:cNvSpPr txBox="1">
            <a:spLocks noGrp="1"/>
          </p:cNvSpPr>
          <p:nvPr>
            <p:ph type="ctrTitle"/>
          </p:nvPr>
        </p:nvSpPr>
        <p:spPr>
          <a:xfrm>
            <a:off x="1942416" y="2514601"/>
            <a:ext cx="6600451" cy="2262781"/>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rgbClr val="262626"/>
              </a:buClr>
              <a:buSzPts val="5400"/>
              <a:buFont typeface="Century Gothic"/>
              <a:buNone/>
              <a:defRPr sz="5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43"/>
          <p:cNvSpPr txBox="1">
            <a:spLocks noGrp="1"/>
          </p:cNvSpPr>
          <p:nvPr>
            <p:ph type="subTitle" idx="1"/>
          </p:nvPr>
        </p:nvSpPr>
        <p:spPr>
          <a:xfrm>
            <a:off x="1942416" y="4777380"/>
            <a:ext cx="6600451" cy="1126283"/>
          </a:xfrm>
          <a:prstGeom prst="rect">
            <a:avLst/>
          </a:prstGeom>
          <a:noFill/>
          <a:ln>
            <a:noFill/>
          </a:ln>
        </p:spPr>
        <p:txBody>
          <a:bodyPr spcFirstLastPara="1" wrap="square" lIns="91425" tIns="45700" rIns="91425" bIns="45700" anchor="t" anchorCtr="0">
            <a:normAutofit/>
          </a:bodyPr>
          <a:lstStyle>
            <a:lvl1pPr lvl="0" algn="l">
              <a:lnSpc>
                <a:spcPct val="100000"/>
              </a:lnSpc>
              <a:spcBef>
                <a:spcPts val="1000"/>
              </a:spcBef>
              <a:spcAft>
                <a:spcPts val="0"/>
              </a:spcAft>
              <a:buSzPts val="1800"/>
              <a:buNone/>
              <a:defRPr>
                <a:solidFill>
                  <a:srgbClr val="595959"/>
                </a:solidFill>
              </a:defRPr>
            </a:lvl1pPr>
            <a:lvl2pPr lvl="1" algn="ctr">
              <a:lnSpc>
                <a:spcPct val="100000"/>
              </a:lnSpc>
              <a:spcBef>
                <a:spcPts val="1000"/>
              </a:spcBef>
              <a:spcAft>
                <a:spcPts val="0"/>
              </a:spcAft>
              <a:buSzPts val="1600"/>
              <a:buNone/>
              <a:defRPr>
                <a:solidFill>
                  <a:srgbClr val="888888"/>
                </a:solidFill>
              </a:defRPr>
            </a:lvl2pPr>
            <a:lvl3pPr lvl="2" algn="ctr">
              <a:lnSpc>
                <a:spcPct val="100000"/>
              </a:lnSpc>
              <a:spcBef>
                <a:spcPts val="1000"/>
              </a:spcBef>
              <a:spcAft>
                <a:spcPts val="0"/>
              </a:spcAft>
              <a:buSzPts val="1400"/>
              <a:buNone/>
              <a:defRPr>
                <a:solidFill>
                  <a:srgbClr val="888888"/>
                </a:solidFill>
              </a:defRPr>
            </a:lvl3pPr>
            <a:lvl4pPr lvl="3" algn="ctr">
              <a:lnSpc>
                <a:spcPct val="100000"/>
              </a:lnSpc>
              <a:spcBef>
                <a:spcPts val="1000"/>
              </a:spcBef>
              <a:spcAft>
                <a:spcPts val="0"/>
              </a:spcAft>
              <a:buSzPts val="1200"/>
              <a:buNone/>
              <a:defRPr>
                <a:solidFill>
                  <a:srgbClr val="888888"/>
                </a:solidFill>
              </a:defRPr>
            </a:lvl4pPr>
            <a:lvl5pPr lvl="4" algn="ctr">
              <a:lnSpc>
                <a:spcPct val="100000"/>
              </a:lnSpc>
              <a:spcBef>
                <a:spcPts val="1000"/>
              </a:spcBef>
              <a:spcAft>
                <a:spcPts val="0"/>
              </a:spcAft>
              <a:buSzPts val="1200"/>
              <a:buNone/>
              <a:defRPr>
                <a:solidFill>
                  <a:srgbClr val="888888"/>
                </a:solidFill>
              </a:defRPr>
            </a:lvl5pPr>
            <a:lvl6pPr lvl="5" algn="ctr">
              <a:lnSpc>
                <a:spcPct val="100000"/>
              </a:lnSpc>
              <a:spcBef>
                <a:spcPts val="1000"/>
              </a:spcBef>
              <a:spcAft>
                <a:spcPts val="0"/>
              </a:spcAft>
              <a:buSzPts val="1200"/>
              <a:buNone/>
              <a:defRPr>
                <a:solidFill>
                  <a:srgbClr val="888888"/>
                </a:solidFill>
              </a:defRPr>
            </a:lvl6pPr>
            <a:lvl7pPr lvl="6" algn="ctr">
              <a:lnSpc>
                <a:spcPct val="100000"/>
              </a:lnSpc>
              <a:spcBef>
                <a:spcPts val="1000"/>
              </a:spcBef>
              <a:spcAft>
                <a:spcPts val="0"/>
              </a:spcAft>
              <a:buSzPts val="1200"/>
              <a:buNone/>
              <a:defRPr>
                <a:solidFill>
                  <a:srgbClr val="888888"/>
                </a:solidFill>
              </a:defRPr>
            </a:lvl7pPr>
            <a:lvl8pPr lvl="7" algn="ctr">
              <a:lnSpc>
                <a:spcPct val="100000"/>
              </a:lnSpc>
              <a:spcBef>
                <a:spcPts val="1000"/>
              </a:spcBef>
              <a:spcAft>
                <a:spcPts val="0"/>
              </a:spcAft>
              <a:buSzPts val="1200"/>
              <a:buNone/>
              <a:defRPr>
                <a:solidFill>
                  <a:srgbClr val="888888"/>
                </a:solidFill>
              </a:defRPr>
            </a:lvl8pPr>
            <a:lvl9pPr lvl="8" algn="ctr">
              <a:lnSpc>
                <a:spcPct val="100000"/>
              </a:lnSpc>
              <a:spcBef>
                <a:spcPts val="1000"/>
              </a:spcBef>
              <a:spcAft>
                <a:spcPts val="0"/>
              </a:spcAft>
              <a:buSzPts val="1200"/>
              <a:buNone/>
              <a:defRPr>
                <a:solidFill>
                  <a:srgbClr val="888888"/>
                </a:solidFill>
              </a:defRPr>
            </a:lvl9pPr>
          </a:lstStyle>
          <a:p>
            <a:endParaRPr/>
          </a:p>
        </p:txBody>
      </p:sp>
      <p:sp>
        <p:nvSpPr>
          <p:cNvPr id="45" name="Google Shape;45;p43"/>
          <p:cNvSpPr txBox="1">
            <a:spLocks noGrp="1"/>
          </p:cNvSpPr>
          <p:nvPr>
            <p:ph type="dt" idx="10"/>
          </p:nvPr>
        </p:nvSpPr>
        <p:spPr>
          <a:xfrm>
            <a:off x="7772400" y="6135089"/>
            <a:ext cx="766380" cy="370171"/>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43"/>
          <p:cNvSpPr txBox="1">
            <a:spLocks noGrp="1"/>
          </p:cNvSpPr>
          <p:nvPr>
            <p:ph type="ftr" idx="11"/>
          </p:nvPr>
        </p:nvSpPr>
        <p:spPr>
          <a:xfrm>
            <a:off x="1942415" y="6135809"/>
            <a:ext cx="5716488"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43"/>
          <p:cNvSpPr/>
          <p:nvPr/>
        </p:nvSpPr>
        <p:spPr>
          <a:xfrm>
            <a:off x="-31719" y="4321158"/>
            <a:ext cx="1395473" cy="781781"/>
          </a:xfrm>
          <a:custGeom>
            <a:avLst/>
            <a:gdLst/>
            <a:ahLst/>
            <a:cxnLst/>
            <a:rect l="l" t="t" r="r" b="b"/>
            <a:pathLst>
              <a:path w="8042" h="10000" extrusionOk="0">
                <a:moveTo>
                  <a:pt x="5799" y="10000"/>
                </a:moveTo>
                <a:cubicBezTo>
                  <a:pt x="5880" y="10000"/>
                  <a:pt x="5934" y="9940"/>
                  <a:pt x="5961" y="9880"/>
                </a:cubicBezTo>
                <a:cubicBezTo>
                  <a:pt x="5961" y="9820"/>
                  <a:pt x="5988" y="9820"/>
                  <a:pt x="5988" y="9820"/>
                </a:cubicBezTo>
                <a:lnTo>
                  <a:pt x="8042" y="5260"/>
                </a:lnTo>
                <a:cubicBezTo>
                  <a:pt x="8096" y="5140"/>
                  <a:pt x="8096" y="4901"/>
                  <a:pt x="8042" y="4721"/>
                </a:cubicBezTo>
                <a:lnTo>
                  <a:pt x="5988" y="221"/>
                </a:lnTo>
                <a:cubicBezTo>
                  <a:pt x="5988" y="160"/>
                  <a:pt x="5961" y="160"/>
                  <a:pt x="5961" y="160"/>
                </a:cubicBezTo>
                <a:cubicBezTo>
                  <a:pt x="5934" y="101"/>
                  <a:pt x="5880" y="41"/>
                  <a:pt x="5799" y="41"/>
                </a:cubicBezTo>
                <a:lnTo>
                  <a:pt x="18" y="0"/>
                </a:lnTo>
                <a:cubicBezTo>
                  <a:pt x="12" y="3330"/>
                  <a:pt x="6" y="6661"/>
                  <a:pt x="0" y="9991"/>
                </a:cubicBezTo>
                <a:lnTo>
                  <a:pt x="5799" y="10000"/>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8" name="Google Shape;48;p43"/>
          <p:cNvSpPr txBox="1">
            <a:spLocks noGrp="1"/>
          </p:cNvSpPr>
          <p:nvPr>
            <p:ph type="sldNum" idx="12"/>
          </p:nvPr>
        </p:nvSpPr>
        <p:spPr>
          <a:xfrm>
            <a:off x="423334" y="4529541"/>
            <a:ext cx="58497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49"/>
        <p:cNvGrpSpPr/>
        <p:nvPr/>
      </p:nvGrpSpPr>
      <p:grpSpPr>
        <a:xfrm>
          <a:off x="0" y="0"/>
          <a:ext cx="0" cy="0"/>
          <a:chOff x="0" y="0"/>
          <a:chExt cx="0" cy="0"/>
        </a:xfrm>
      </p:grpSpPr>
      <p:sp>
        <p:nvSpPr>
          <p:cNvPr id="50" name="Google Shape;50;p44"/>
          <p:cNvSpPr txBox="1">
            <a:spLocks noGrp="1"/>
          </p:cNvSpPr>
          <p:nvPr>
            <p:ph type="title"/>
          </p:nvPr>
        </p:nvSpPr>
        <p:spPr>
          <a:xfrm>
            <a:off x="1945201" y="624110"/>
            <a:ext cx="6589199" cy="1280890"/>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rgbClr val="262626"/>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44"/>
          <p:cNvSpPr txBox="1">
            <a:spLocks noGrp="1"/>
          </p:cNvSpPr>
          <p:nvPr>
            <p:ph type="body" idx="1"/>
          </p:nvPr>
        </p:nvSpPr>
        <p:spPr>
          <a:xfrm>
            <a:off x="1942415" y="2133600"/>
            <a:ext cx="6591985" cy="3777622"/>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1000"/>
              </a:spcBef>
              <a:spcAft>
                <a:spcPts val="0"/>
              </a:spcAft>
              <a:buSzPts val="1800"/>
              <a:buChar char="?"/>
              <a:defRPr/>
            </a:lvl2pPr>
            <a:lvl3pPr marL="1371600" lvl="2" indent="-342900" algn="l">
              <a:lnSpc>
                <a:spcPct val="100000"/>
              </a:lnSpc>
              <a:spcBef>
                <a:spcPts val="1000"/>
              </a:spcBef>
              <a:spcAft>
                <a:spcPts val="0"/>
              </a:spcAft>
              <a:buSzPts val="1800"/>
              <a:buChar char="?"/>
              <a:defRPr/>
            </a:lvl3pPr>
            <a:lvl4pPr marL="1828800" lvl="3" indent="-342900" algn="l">
              <a:lnSpc>
                <a:spcPct val="100000"/>
              </a:lnSpc>
              <a:spcBef>
                <a:spcPts val="1000"/>
              </a:spcBef>
              <a:spcAft>
                <a:spcPts val="0"/>
              </a:spcAft>
              <a:buSzPts val="1800"/>
              <a:buChar char="?"/>
              <a:defRPr/>
            </a:lvl4pPr>
            <a:lvl5pPr marL="2286000" lvl="4" indent="-342900" algn="l">
              <a:lnSpc>
                <a:spcPct val="100000"/>
              </a:lnSpc>
              <a:spcBef>
                <a:spcPts val="1000"/>
              </a:spcBef>
              <a:spcAft>
                <a:spcPts val="0"/>
              </a:spcAft>
              <a:buSzPts val="1800"/>
              <a:buChar char="?"/>
              <a:defRPr/>
            </a:lvl5pPr>
            <a:lvl6pPr marL="2743200" lvl="5" indent="-342900" algn="l">
              <a:lnSpc>
                <a:spcPct val="100000"/>
              </a:lnSpc>
              <a:spcBef>
                <a:spcPts val="1000"/>
              </a:spcBef>
              <a:spcAft>
                <a:spcPts val="0"/>
              </a:spcAft>
              <a:buSzPts val="1800"/>
              <a:buChar char="?"/>
              <a:defRPr/>
            </a:lvl6pPr>
            <a:lvl7pPr marL="3200400" lvl="6" indent="-342900" algn="l">
              <a:lnSpc>
                <a:spcPct val="100000"/>
              </a:lnSpc>
              <a:spcBef>
                <a:spcPts val="1000"/>
              </a:spcBef>
              <a:spcAft>
                <a:spcPts val="0"/>
              </a:spcAft>
              <a:buSzPts val="1800"/>
              <a:buChar char="?"/>
              <a:defRPr/>
            </a:lvl7pPr>
            <a:lvl8pPr marL="3657600" lvl="7" indent="-342900" algn="l">
              <a:lnSpc>
                <a:spcPct val="100000"/>
              </a:lnSpc>
              <a:spcBef>
                <a:spcPts val="1000"/>
              </a:spcBef>
              <a:spcAft>
                <a:spcPts val="0"/>
              </a:spcAft>
              <a:buSzPts val="1800"/>
              <a:buChar char="?"/>
              <a:defRPr/>
            </a:lvl8pPr>
            <a:lvl9pPr marL="4114800" lvl="8" indent="-342900" algn="l">
              <a:lnSpc>
                <a:spcPct val="100000"/>
              </a:lnSpc>
              <a:spcBef>
                <a:spcPts val="1000"/>
              </a:spcBef>
              <a:spcAft>
                <a:spcPts val="0"/>
              </a:spcAft>
              <a:buSzPts val="1800"/>
              <a:buChar char="?"/>
              <a:defRPr/>
            </a:lvl9pPr>
          </a:lstStyle>
          <a:p>
            <a:endParaRPr/>
          </a:p>
        </p:txBody>
      </p:sp>
      <p:sp>
        <p:nvSpPr>
          <p:cNvPr id="52" name="Google Shape;52;p44"/>
          <p:cNvSpPr txBox="1">
            <a:spLocks noGrp="1"/>
          </p:cNvSpPr>
          <p:nvPr>
            <p:ph type="dt" idx="10"/>
          </p:nvPr>
        </p:nvSpPr>
        <p:spPr>
          <a:xfrm>
            <a:off x="7772400" y="6135089"/>
            <a:ext cx="766380" cy="370171"/>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44"/>
          <p:cNvSpPr txBox="1">
            <a:spLocks noGrp="1"/>
          </p:cNvSpPr>
          <p:nvPr>
            <p:ph type="ftr" idx="11"/>
          </p:nvPr>
        </p:nvSpPr>
        <p:spPr>
          <a:xfrm>
            <a:off x="1942415" y="6135809"/>
            <a:ext cx="5716488"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44"/>
          <p:cNvSpPr/>
          <p:nvPr/>
        </p:nvSpPr>
        <p:spPr>
          <a:xfrm rot="10800000" flipH="1">
            <a:off x="58" y="711194"/>
            <a:ext cx="1358356" cy="508005"/>
          </a:xfrm>
          <a:custGeom>
            <a:avLst/>
            <a:gdLst/>
            <a:ahLst/>
            <a:cxnLst/>
            <a:rect l="l" t="t" r="r" b="b"/>
            <a:pathLst>
              <a:path w="7908" h="10000" extrusionOk="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5" name="Google Shape;55;p44"/>
          <p:cNvSpPr txBox="1">
            <a:spLocks noGrp="1"/>
          </p:cNvSpPr>
          <p:nvPr>
            <p:ph type="sldNum" idx="12"/>
          </p:nvPr>
        </p:nvSpPr>
        <p:spPr>
          <a:xfrm>
            <a:off x="511228" y="787783"/>
            <a:ext cx="58497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6"/>
        <p:cNvGrpSpPr/>
        <p:nvPr/>
      </p:nvGrpSpPr>
      <p:grpSpPr>
        <a:xfrm>
          <a:off x="0" y="0"/>
          <a:ext cx="0" cy="0"/>
          <a:chOff x="0" y="0"/>
          <a:chExt cx="0" cy="0"/>
        </a:xfrm>
      </p:grpSpPr>
      <p:sp>
        <p:nvSpPr>
          <p:cNvPr id="57" name="Google Shape;57;p45"/>
          <p:cNvSpPr txBox="1">
            <a:spLocks noGrp="1"/>
          </p:cNvSpPr>
          <p:nvPr>
            <p:ph type="title"/>
          </p:nvPr>
        </p:nvSpPr>
        <p:spPr>
          <a:xfrm>
            <a:off x="1945200" y="624110"/>
            <a:ext cx="6589200" cy="1280890"/>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rgbClr val="262626"/>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45"/>
          <p:cNvSpPr txBox="1">
            <a:spLocks noGrp="1"/>
          </p:cNvSpPr>
          <p:nvPr>
            <p:ph type="body" idx="1"/>
          </p:nvPr>
        </p:nvSpPr>
        <p:spPr>
          <a:xfrm>
            <a:off x="2265352" y="2226626"/>
            <a:ext cx="2874596" cy="576262"/>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1000"/>
              </a:spcBef>
              <a:spcAft>
                <a:spcPts val="0"/>
              </a:spcAft>
              <a:buSzPts val="2400"/>
              <a:buNone/>
              <a:defRPr sz="2400" b="0"/>
            </a:lvl1pPr>
            <a:lvl2pPr marL="914400" lvl="1" indent="-228600" algn="l">
              <a:lnSpc>
                <a:spcPct val="100000"/>
              </a:lnSpc>
              <a:spcBef>
                <a:spcPts val="1000"/>
              </a:spcBef>
              <a:spcAft>
                <a:spcPts val="0"/>
              </a:spcAft>
              <a:buSzPts val="2000"/>
              <a:buNone/>
              <a:defRPr sz="2000" b="1"/>
            </a:lvl2pPr>
            <a:lvl3pPr marL="1371600" lvl="2" indent="-228600" algn="l">
              <a:lnSpc>
                <a:spcPct val="100000"/>
              </a:lnSpc>
              <a:spcBef>
                <a:spcPts val="1000"/>
              </a:spcBef>
              <a:spcAft>
                <a:spcPts val="0"/>
              </a:spcAft>
              <a:buSzPts val="1800"/>
              <a:buNone/>
              <a:defRPr sz="1800" b="1"/>
            </a:lvl3pPr>
            <a:lvl4pPr marL="1828800" lvl="3" indent="-228600" algn="l">
              <a:lnSpc>
                <a:spcPct val="100000"/>
              </a:lnSpc>
              <a:spcBef>
                <a:spcPts val="1000"/>
              </a:spcBef>
              <a:spcAft>
                <a:spcPts val="0"/>
              </a:spcAft>
              <a:buSzPts val="1600"/>
              <a:buNone/>
              <a:defRPr sz="1600" b="1"/>
            </a:lvl4pPr>
            <a:lvl5pPr marL="2286000" lvl="4" indent="-228600" algn="l">
              <a:lnSpc>
                <a:spcPct val="100000"/>
              </a:lnSpc>
              <a:spcBef>
                <a:spcPts val="1000"/>
              </a:spcBef>
              <a:spcAft>
                <a:spcPts val="0"/>
              </a:spcAft>
              <a:buSzPts val="1600"/>
              <a:buNone/>
              <a:defRPr sz="1600" b="1"/>
            </a:lvl5pPr>
            <a:lvl6pPr marL="2743200" lvl="5" indent="-228600" algn="l">
              <a:lnSpc>
                <a:spcPct val="100000"/>
              </a:lnSpc>
              <a:spcBef>
                <a:spcPts val="1000"/>
              </a:spcBef>
              <a:spcAft>
                <a:spcPts val="0"/>
              </a:spcAft>
              <a:buSzPts val="1600"/>
              <a:buNone/>
              <a:defRPr sz="1600" b="1"/>
            </a:lvl6pPr>
            <a:lvl7pPr marL="3200400" lvl="6" indent="-228600" algn="l">
              <a:lnSpc>
                <a:spcPct val="100000"/>
              </a:lnSpc>
              <a:spcBef>
                <a:spcPts val="1000"/>
              </a:spcBef>
              <a:spcAft>
                <a:spcPts val="0"/>
              </a:spcAft>
              <a:buSzPts val="1600"/>
              <a:buNone/>
              <a:defRPr sz="1600" b="1"/>
            </a:lvl7pPr>
            <a:lvl8pPr marL="3657600" lvl="7" indent="-228600" algn="l">
              <a:lnSpc>
                <a:spcPct val="100000"/>
              </a:lnSpc>
              <a:spcBef>
                <a:spcPts val="1000"/>
              </a:spcBef>
              <a:spcAft>
                <a:spcPts val="0"/>
              </a:spcAft>
              <a:buSzPts val="1600"/>
              <a:buNone/>
              <a:defRPr sz="1600" b="1"/>
            </a:lvl8pPr>
            <a:lvl9pPr marL="4114800" lvl="8" indent="-228600" algn="l">
              <a:lnSpc>
                <a:spcPct val="100000"/>
              </a:lnSpc>
              <a:spcBef>
                <a:spcPts val="1000"/>
              </a:spcBef>
              <a:spcAft>
                <a:spcPts val="0"/>
              </a:spcAft>
              <a:buSzPts val="1600"/>
              <a:buNone/>
              <a:defRPr sz="1600" b="1"/>
            </a:lvl9pPr>
          </a:lstStyle>
          <a:p>
            <a:endParaRPr/>
          </a:p>
        </p:txBody>
      </p:sp>
      <p:sp>
        <p:nvSpPr>
          <p:cNvPr id="59" name="Google Shape;59;p45"/>
          <p:cNvSpPr txBox="1">
            <a:spLocks noGrp="1"/>
          </p:cNvSpPr>
          <p:nvPr>
            <p:ph type="body" idx="2"/>
          </p:nvPr>
        </p:nvSpPr>
        <p:spPr>
          <a:xfrm>
            <a:off x="1942415" y="2802888"/>
            <a:ext cx="3197532" cy="3105703"/>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1000"/>
              </a:spcBef>
              <a:spcAft>
                <a:spcPts val="0"/>
              </a:spcAft>
              <a:buSzPts val="1800"/>
              <a:buChar char="?"/>
              <a:defRPr/>
            </a:lvl2pPr>
            <a:lvl3pPr marL="1371600" lvl="2" indent="-342900" algn="l">
              <a:lnSpc>
                <a:spcPct val="100000"/>
              </a:lnSpc>
              <a:spcBef>
                <a:spcPts val="1000"/>
              </a:spcBef>
              <a:spcAft>
                <a:spcPts val="0"/>
              </a:spcAft>
              <a:buSzPts val="1800"/>
              <a:buChar char="?"/>
              <a:defRPr/>
            </a:lvl3pPr>
            <a:lvl4pPr marL="1828800" lvl="3" indent="-342900" algn="l">
              <a:lnSpc>
                <a:spcPct val="100000"/>
              </a:lnSpc>
              <a:spcBef>
                <a:spcPts val="1000"/>
              </a:spcBef>
              <a:spcAft>
                <a:spcPts val="0"/>
              </a:spcAft>
              <a:buSzPts val="1800"/>
              <a:buChar char="?"/>
              <a:defRPr/>
            </a:lvl4pPr>
            <a:lvl5pPr marL="2286000" lvl="4" indent="-342900" algn="l">
              <a:lnSpc>
                <a:spcPct val="100000"/>
              </a:lnSpc>
              <a:spcBef>
                <a:spcPts val="1000"/>
              </a:spcBef>
              <a:spcAft>
                <a:spcPts val="0"/>
              </a:spcAft>
              <a:buSzPts val="1800"/>
              <a:buChar char="?"/>
              <a:defRPr/>
            </a:lvl5pPr>
            <a:lvl6pPr marL="2743200" lvl="5" indent="-342900" algn="l">
              <a:lnSpc>
                <a:spcPct val="100000"/>
              </a:lnSpc>
              <a:spcBef>
                <a:spcPts val="1000"/>
              </a:spcBef>
              <a:spcAft>
                <a:spcPts val="0"/>
              </a:spcAft>
              <a:buSzPts val="1800"/>
              <a:buChar char="?"/>
              <a:defRPr/>
            </a:lvl6pPr>
            <a:lvl7pPr marL="3200400" lvl="6" indent="-342900" algn="l">
              <a:lnSpc>
                <a:spcPct val="100000"/>
              </a:lnSpc>
              <a:spcBef>
                <a:spcPts val="1000"/>
              </a:spcBef>
              <a:spcAft>
                <a:spcPts val="0"/>
              </a:spcAft>
              <a:buSzPts val="1800"/>
              <a:buChar char="?"/>
              <a:defRPr/>
            </a:lvl7pPr>
            <a:lvl8pPr marL="3657600" lvl="7" indent="-342900" algn="l">
              <a:lnSpc>
                <a:spcPct val="100000"/>
              </a:lnSpc>
              <a:spcBef>
                <a:spcPts val="1000"/>
              </a:spcBef>
              <a:spcAft>
                <a:spcPts val="0"/>
              </a:spcAft>
              <a:buSzPts val="1800"/>
              <a:buChar char="?"/>
              <a:defRPr/>
            </a:lvl8pPr>
            <a:lvl9pPr marL="4114800" lvl="8" indent="-342900" algn="l">
              <a:lnSpc>
                <a:spcPct val="100000"/>
              </a:lnSpc>
              <a:spcBef>
                <a:spcPts val="1000"/>
              </a:spcBef>
              <a:spcAft>
                <a:spcPts val="0"/>
              </a:spcAft>
              <a:buSzPts val="1800"/>
              <a:buChar char="?"/>
              <a:defRPr/>
            </a:lvl9pPr>
          </a:lstStyle>
          <a:p>
            <a:endParaRPr/>
          </a:p>
        </p:txBody>
      </p:sp>
      <p:sp>
        <p:nvSpPr>
          <p:cNvPr id="60" name="Google Shape;60;p45"/>
          <p:cNvSpPr txBox="1">
            <a:spLocks noGrp="1"/>
          </p:cNvSpPr>
          <p:nvPr>
            <p:ph type="body" idx="3"/>
          </p:nvPr>
        </p:nvSpPr>
        <p:spPr>
          <a:xfrm>
            <a:off x="5656154" y="2223398"/>
            <a:ext cx="2873239" cy="576262"/>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1000"/>
              </a:spcBef>
              <a:spcAft>
                <a:spcPts val="0"/>
              </a:spcAft>
              <a:buSzPts val="2400"/>
              <a:buNone/>
              <a:defRPr sz="2400" b="0"/>
            </a:lvl1pPr>
            <a:lvl2pPr marL="914400" lvl="1" indent="-228600" algn="l">
              <a:lnSpc>
                <a:spcPct val="100000"/>
              </a:lnSpc>
              <a:spcBef>
                <a:spcPts val="1000"/>
              </a:spcBef>
              <a:spcAft>
                <a:spcPts val="0"/>
              </a:spcAft>
              <a:buSzPts val="2000"/>
              <a:buNone/>
              <a:defRPr sz="2000" b="1"/>
            </a:lvl2pPr>
            <a:lvl3pPr marL="1371600" lvl="2" indent="-228600" algn="l">
              <a:lnSpc>
                <a:spcPct val="100000"/>
              </a:lnSpc>
              <a:spcBef>
                <a:spcPts val="1000"/>
              </a:spcBef>
              <a:spcAft>
                <a:spcPts val="0"/>
              </a:spcAft>
              <a:buSzPts val="1800"/>
              <a:buNone/>
              <a:defRPr sz="1800" b="1"/>
            </a:lvl3pPr>
            <a:lvl4pPr marL="1828800" lvl="3" indent="-228600" algn="l">
              <a:lnSpc>
                <a:spcPct val="100000"/>
              </a:lnSpc>
              <a:spcBef>
                <a:spcPts val="1000"/>
              </a:spcBef>
              <a:spcAft>
                <a:spcPts val="0"/>
              </a:spcAft>
              <a:buSzPts val="1600"/>
              <a:buNone/>
              <a:defRPr sz="1600" b="1"/>
            </a:lvl4pPr>
            <a:lvl5pPr marL="2286000" lvl="4" indent="-228600" algn="l">
              <a:lnSpc>
                <a:spcPct val="100000"/>
              </a:lnSpc>
              <a:spcBef>
                <a:spcPts val="1000"/>
              </a:spcBef>
              <a:spcAft>
                <a:spcPts val="0"/>
              </a:spcAft>
              <a:buSzPts val="1600"/>
              <a:buNone/>
              <a:defRPr sz="1600" b="1"/>
            </a:lvl5pPr>
            <a:lvl6pPr marL="2743200" lvl="5" indent="-228600" algn="l">
              <a:lnSpc>
                <a:spcPct val="100000"/>
              </a:lnSpc>
              <a:spcBef>
                <a:spcPts val="1000"/>
              </a:spcBef>
              <a:spcAft>
                <a:spcPts val="0"/>
              </a:spcAft>
              <a:buSzPts val="1600"/>
              <a:buNone/>
              <a:defRPr sz="1600" b="1"/>
            </a:lvl6pPr>
            <a:lvl7pPr marL="3200400" lvl="6" indent="-228600" algn="l">
              <a:lnSpc>
                <a:spcPct val="100000"/>
              </a:lnSpc>
              <a:spcBef>
                <a:spcPts val="1000"/>
              </a:spcBef>
              <a:spcAft>
                <a:spcPts val="0"/>
              </a:spcAft>
              <a:buSzPts val="1600"/>
              <a:buNone/>
              <a:defRPr sz="1600" b="1"/>
            </a:lvl7pPr>
            <a:lvl8pPr marL="3657600" lvl="7" indent="-228600" algn="l">
              <a:lnSpc>
                <a:spcPct val="100000"/>
              </a:lnSpc>
              <a:spcBef>
                <a:spcPts val="1000"/>
              </a:spcBef>
              <a:spcAft>
                <a:spcPts val="0"/>
              </a:spcAft>
              <a:buSzPts val="1600"/>
              <a:buNone/>
              <a:defRPr sz="1600" b="1"/>
            </a:lvl8pPr>
            <a:lvl9pPr marL="4114800" lvl="8" indent="-228600" algn="l">
              <a:lnSpc>
                <a:spcPct val="100000"/>
              </a:lnSpc>
              <a:spcBef>
                <a:spcPts val="1000"/>
              </a:spcBef>
              <a:spcAft>
                <a:spcPts val="0"/>
              </a:spcAft>
              <a:buSzPts val="1600"/>
              <a:buNone/>
              <a:defRPr sz="1600" b="1"/>
            </a:lvl9pPr>
          </a:lstStyle>
          <a:p>
            <a:endParaRPr/>
          </a:p>
        </p:txBody>
      </p:sp>
      <p:sp>
        <p:nvSpPr>
          <p:cNvPr id="61" name="Google Shape;61;p45"/>
          <p:cNvSpPr txBox="1">
            <a:spLocks noGrp="1"/>
          </p:cNvSpPr>
          <p:nvPr>
            <p:ph type="body" idx="4"/>
          </p:nvPr>
        </p:nvSpPr>
        <p:spPr>
          <a:xfrm>
            <a:off x="5333715" y="2799660"/>
            <a:ext cx="3195680" cy="3105703"/>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1000"/>
              </a:spcBef>
              <a:spcAft>
                <a:spcPts val="0"/>
              </a:spcAft>
              <a:buSzPts val="1800"/>
              <a:buChar char="?"/>
              <a:defRPr/>
            </a:lvl2pPr>
            <a:lvl3pPr marL="1371600" lvl="2" indent="-342900" algn="l">
              <a:lnSpc>
                <a:spcPct val="100000"/>
              </a:lnSpc>
              <a:spcBef>
                <a:spcPts val="1000"/>
              </a:spcBef>
              <a:spcAft>
                <a:spcPts val="0"/>
              </a:spcAft>
              <a:buSzPts val="1800"/>
              <a:buChar char="?"/>
              <a:defRPr/>
            </a:lvl3pPr>
            <a:lvl4pPr marL="1828800" lvl="3" indent="-342900" algn="l">
              <a:lnSpc>
                <a:spcPct val="100000"/>
              </a:lnSpc>
              <a:spcBef>
                <a:spcPts val="1000"/>
              </a:spcBef>
              <a:spcAft>
                <a:spcPts val="0"/>
              </a:spcAft>
              <a:buSzPts val="1800"/>
              <a:buChar char="?"/>
              <a:defRPr/>
            </a:lvl4pPr>
            <a:lvl5pPr marL="2286000" lvl="4" indent="-342900" algn="l">
              <a:lnSpc>
                <a:spcPct val="100000"/>
              </a:lnSpc>
              <a:spcBef>
                <a:spcPts val="1000"/>
              </a:spcBef>
              <a:spcAft>
                <a:spcPts val="0"/>
              </a:spcAft>
              <a:buSzPts val="1800"/>
              <a:buChar char="?"/>
              <a:defRPr/>
            </a:lvl5pPr>
            <a:lvl6pPr marL="2743200" lvl="5" indent="-342900" algn="l">
              <a:lnSpc>
                <a:spcPct val="100000"/>
              </a:lnSpc>
              <a:spcBef>
                <a:spcPts val="1000"/>
              </a:spcBef>
              <a:spcAft>
                <a:spcPts val="0"/>
              </a:spcAft>
              <a:buSzPts val="1800"/>
              <a:buChar char="?"/>
              <a:defRPr/>
            </a:lvl6pPr>
            <a:lvl7pPr marL="3200400" lvl="6" indent="-342900" algn="l">
              <a:lnSpc>
                <a:spcPct val="100000"/>
              </a:lnSpc>
              <a:spcBef>
                <a:spcPts val="1000"/>
              </a:spcBef>
              <a:spcAft>
                <a:spcPts val="0"/>
              </a:spcAft>
              <a:buSzPts val="1800"/>
              <a:buChar char="?"/>
              <a:defRPr/>
            </a:lvl7pPr>
            <a:lvl8pPr marL="3657600" lvl="7" indent="-342900" algn="l">
              <a:lnSpc>
                <a:spcPct val="100000"/>
              </a:lnSpc>
              <a:spcBef>
                <a:spcPts val="1000"/>
              </a:spcBef>
              <a:spcAft>
                <a:spcPts val="0"/>
              </a:spcAft>
              <a:buSzPts val="1800"/>
              <a:buChar char="?"/>
              <a:defRPr/>
            </a:lvl8pPr>
            <a:lvl9pPr marL="4114800" lvl="8" indent="-342900" algn="l">
              <a:lnSpc>
                <a:spcPct val="100000"/>
              </a:lnSpc>
              <a:spcBef>
                <a:spcPts val="1000"/>
              </a:spcBef>
              <a:spcAft>
                <a:spcPts val="0"/>
              </a:spcAft>
              <a:buSzPts val="1800"/>
              <a:buChar char="?"/>
              <a:defRPr/>
            </a:lvl9pPr>
          </a:lstStyle>
          <a:p>
            <a:endParaRPr/>
          </a:p>
        </p:txBody>
      </p:sp>
      <p:sp>
        <p:nvSpPr>
          <p:cNvPr id="62" name="Google Shape;62;p45"/>
          <p:cNvSpPr txBox="1">
            <a:spLocks noGrp="1"/>
          </p:cNvSpPr>
          <p:nvPr>
            <p:ph type="dt" idx="10"/>
          </p:nvPr>
        </p:nvSpPr>
        <p:spPr>
          <a:xfrm>
            <a:off x="7772400" y="6135089"/>
            <a:ext cx="766380" cy="370171"/>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45"/>
          <p:cNvSpPr txBox="1">
            <a:spLocks noGrp="1"/>
          </p:cNvSpPr>
          <p:nvPr>
            <p:ph type="ftr" idx="11"/>
          </p:nvPr>
        </p:nvSpPr>
        <p:spPr>
          <a:xfrm>
            <a:off x="1942415" y="6135809"/>
            <a:ext cx="5716488"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45"/>
          <p:cNvSpPr/>
          <p:nvPr/>
        </p:nvSpPr>
        <p:spPr>
          <a:xfrm rot="10800000" flipH="1">
            <a:off x="58" y="711194"/>
            <a:ext cx="1358356" cy="508005"/>
          </a:xfrm>
          <a:custGeom>
            <a:avLst/>
            <a:gdLst/>
            <a:ahLst/>
            <a:cxnLst/>
            <a:rect l="l" t="t" r="r" b="b"/>
            <a:pathLst>
              <a:path w="7908" h="10000" extrusionOk="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5" name="Google Shape;65;p45"/>
          <p:cNvSpPr txBox="1">
            <a:spLocks noGrp="1"/>
          </p:cNvSpPr>
          <p:nvPr>
            <p:ph type="sldNum" idx="12"/>
          </p:nvPr>
        </p:nvSpPr>
        <p:spPr>
          <a:xfrm>
            <a:off x="511228" y="787783"/>
            <a:ext cx="58497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66"/>
        <p:cNvGrpSpPr/>
        <p:nvPr/>
      </p:nvGrpSpPr>
      <p:grpSpPr>
        <a:xfrm>
          <a:off x="0" y="0"/>
          <a:ext cx="0" cy="0"/>
          <a:chOff x="0" y="0"/>
          <a:chExt cx="0" cy="0"/>
        </a:xfrm>
      </p:grpSpPr>
      <p:sp>
        <p:nvSpPr>
          <p:cNvPr id="67" name="Google Shape;67;p46"/>
          <p:cNvSpPr txBox="1">
            <a:spLocks noGrp="1"/>
          </p:cNvSpPr>
          <p:nvPr>
            <p:ph type="title"/>
          </p:nvPr>
        </p:nvSpPr>
        <p:spPr>
          <a:xfrm>
            <a:off x="1942415" y="2074562"/>
            <a:ext cx="6591985" cy="146880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rgbClr val="262626"/>
              </a:buClr>
              <a:buSzPts val="4000"/>
              <a:buFont typeface="Century Gothic"/>
              <a:buNone/>
              <a:defRPr sz="4000" b="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8" name="Google Shape;68;p46"/>
          <p:cNvSpPr txBox="1">
            <a:spLocks noGrp="1"/>
          </p:cNvSpPr>
          <p:nvPr>
            <p:ph type="body" idx="1"/>
          </p:nvPr>
        </p:nvSpPr>
        <p:spPr>
          <a:xfrm>
            <a:off x="1942415" y="3581400"/>
            <a:ext cx="6591985" cy="860400"/>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1000"/>
              </a:spcBef>
              <a:spcAft>
                <a:spcPts val="0"/>
              </a:spcAft>
              <a:buSzPts val="2000"/>
              <a:buNone/>
              <a:defRPr sz="2000">
                <a:solidFill>
                  <a:srgbClr val="595959"/>
                </a:solidFill>
              </a:defRPr>
            </a:lvl1pPr>
            <a:lvl2pPr marL="914400" lvl="1" indent="-228600" algn="l">
              <a:lnSpc>
                <a:spcPct val="100000"/>
              </a:lnSpc>
              <a:spcBef>
                <a:spcPts val="1000"/>
              </a:spcBef>
              <a:spcAft>
                <a:spcPts val="0"/>
              </a:spcAft>
              <a:buSzPts val="1800"/>
              <a:buNone/>
              <a:defRPr sz="1800">
                <a:solidFill>
                  <a:srgbClr val="888888"/>
                </a:solidFill>
              </a:defRPr>
            </a:lvl2pPr>
            <a:lvl3pPr marL="1371600" lvl="2" indent="-228600" algn="l">
              <a:lnSpc>
                <a:spcPct val="100000"/>
              </a:lnSpc>
              <a:spcBef>
                <a:spcPts val="1000"/>
              </a:spcBef>
              <a:spcAft>
                <a:spcPts val="0"/>
              </a:spcAft>
              <a:buSzPts val="1600"/>
              <a:buNone/>
              <a:defRPr sz="1600">
                <a:solidFill>
                  <a:srgbClr val="888888"/>
                </a:solidFill>
              </a:defRPr>
            </a:lvl3pPr>
            <a:lvl4pPr marL="1828800" lvl="3" indent="-228600" algn="l">
              <a:lnSpc>
                <a:spcPct val="100000"/>
              </a:lnSpc>
              <a:spcBef>
                <a:spcPts val="1000"/>
              </a:spcBef>
              <a:spcAft>
                <a:spcPts val="0"/>
              </a:spcAft>
              <a:buSzPts val="1400"/>
              <a:buNone/>
              <a:defRPr sz="1400">
                <a:solidFill>
                  <a:srgbClr val="888888"/>
                </a:solidFill>
              </a:defRPr>
            </a:lvl4pPr>
            <a:lvl5pPr marL="2286000" lvl="4" indent="-228600" algn="l">
              <a:lnSpc>
                <a:spcPct val="100000"/>
              </a:lnSpc>
              <a:spcBef>
                <a:spcPts val="1000"/>
              </a:spcBef>
              <a:spcAft>
                <a:spcPts val="0"/>
              </a:spcAft>
              <a:buSzPts val="1400"/>
              <a:buNone/>
              <a:defRPr sz="1400">
                <a:solidFill>
                  <a:srgbClr val="888888"/>
                </a:solidFill>
              </a:defRPr>
            </a:lvl5pPr>
            <a:lvl6pPr marL="2743200" lvl="5" indent="-228600" algn="l">
              <a:lnSpc>
                <a:spcPct val="100000"/>
              </a:lnSpc>
              <a:spcBef>
                <a:spcPts val="1000"/>
              </a:spcBef>
              <a:spcAft>
                <a:spcPts val="0"/>
              </a:spcAft>
              <a:buSzPts val="1400"/>
              <a:buNone/>
              <a:defRPr sz="1400">
                <a:solidFill>
                  <a:srgbClr val="888888"/>
                </a:solidFill>
              </a:defRPr>
            </a:lvl6pPr>
            <a:lvl7pPr marL="3200400" lvl="6" indent="-228600" algn="l">
              <a:lnSpc>
                <a:spcPct val="100000"/>
              </a:lnSpc>
              <a:spcBef>
                <a:spcPts val="1000"/>
              </a:spcBef>
              <a:spcAft>
                <a:spcPts val="0"/>
              </a:spcAft>
              <a:buSzPts val="1400"/>
              <a:buNone/>
              <a:defRPr sz="1400">
                <a:solidFill>
                  <a:srgbClr val="888888"/>
                </a:solidFill>
              </a:defRPr>
            </a:lvl7pPr>
            <a:lvl8pPr marL="3657600" lvl="7" indent="-228600" algn="l">
              <a:lnSpc>
                <a:spcPct val="100000"/>
              </a:lnSpc>
              <a:spcBef>
                <a:spcPts val="1000"/>
              </a:spcBef>
              <a:spcAft>
                <a:spcPts val="0"/>
              </a:spcAft>
              <a:buSzPts val="1400"/>
              <a:buNone/>
              <a:defRPr sz="1400">
                <a:solidFill>
                  <a:srgbClr val="888888"/>
                </a:solidFill>
              </a:defRPr>
            </a:lvl8pPr>
            <a:lvl9pPr marL="4114800" lvl="8" indent="-228600" algn="l">
              <a:lnSpc>
                <a:spcPct val="100000"/>
              </a:lnSpc>
              <a:spcBef>
                <a:spcPts val="1000"/>
              </a:spcBef>
              <a:spcAft>
                <a:spcPts val="0"/>
              </a:spcAft>
              <a:buSzPts val="1400"/>
              <a:buNone/>
              <a:defRPr sz="1400">
                <a:solidFill>
                  <a:srgbClr val="888888"/>
                </a:solidFill>
              </a:defRPr>
            </a:lvl9pPr>
          </a:lstStyle>
          <a:p>
            <a:endParaRPr/>
          </a:p>
        </p:txBody>
      </p:sp>
      <p:sp>
        <p:nvSpPr>
          <p:cNvPr id="69" name="Google Shape;69;p46"/>
          <p:cNvSpPr txBox="1">
            <a:spLocks noGrp="1"/>
          </p:cNvSpPr>
          <p:nvPr>
            <p:ph type="dt" idx="10"/>
          </p:nvPr>
        </p:nvSpPr>
        <p:spPr>
          <a:xfrm>
            <a:off x="7772400" y="6135089"/>
            <a:ext cx="766380" cy="370171"/>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46"/>
          <p:cNvSpPr txBox="1">
            <a:spLocks noGrp="1"/>
          </p:cNvSpPr>
          <p:nvPr>
            <p:ph type="ftr" idx="11"/>
          </p:nvPr>
        </p:nvSpPr>
        <p:spPr>
          <a:xfrm>
            <a:off x="1942415" y="6135809"/>
            <a:ext cx="5716488"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46"/>
          <p:cNvSpPr/>
          <p:nvPr/>
        </p:nvSpPr>
        <p:spPr>
          <a:xfrm rot="10800000" flipH="1">
            <a:off x="58" y="3166527"/>
            <a:ext cx="1358356" cy="508005"/>
          </a:xfrm>
          <a:custGeom>
            <a:avLst/>
            <a:gdLst/>
            <a:ahLst/>
            <a:cxnLst/>
            <a:rect l="l" t="t" r="r" b="b"/>
            <a:pathLst>
              <a:path w="7908" h="10000" extrusionOk="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 name="Google Shape;72;p46"/>
          <p:cNvSpPr txBox="1">
            <a:spLocks noGrp="1"/>
          </p:cNvSpPr>
          <p:nvPr>
            <p:ph type="sldNum" idx="12"/>
          </p:nvPr>
        </p:nvSpPr>
        <p:spPr>
          <a:xfrm>
            <a:off x="511228" y="3244140"/>
            <a:ext cx="58497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73"/>
        <p:cNvGrpSpPr/>
        <p:nvPr/>
      </p:nvGrpSpPr>
      <p:grpSpPr>
        <a:xfrm>
          <a:off x="0" y="0"/>
          <a:ext cx="0" cy="0"/>
          <a:chOff x="0" y="0"/>
          <a:chExt cx="0" cy="0"/>
        </a:xfrm>
      </p:grpSpPr>
      <p:sp>
        <p:nvSpPr>
          <p:cNvPr id="74" name="Google Shape;74;p47"/>
          <p:cNvSpPr txBox="1">
            <a:spLocks noGrp="1"/>
          </p:cNvSpPr>
          <p:nvPr>
            <p:ph type="title"/>
          </p:nvPr>
        </p:nvSpPr>
        <p:spPr>
          <a:xfrm>
            <a:off x="1945200" y="624110"/>
            <a:ext cx="6589200" cy="1280890"/>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rgbClr val="262626"/>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47"/>
          <p:cNvSpPr txBox="1">
            <a:spLocks noGrp="1"/>
          </p:cNvSpPr>
          <p:nvPr>
            <p:ph type="body" idx="1"/>
          </p:nvPr>
        </p:nvSpPr>
        <p:spPr>
          <a:xfrm>
            <a:off x="1942416" y="2136706"/>
            <a:ext cx="3197531" cy="3767397"/>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1000"/>
              </a:spcBef>
              <a:spcAft>
                <a:spcPts val="0"/>
              </a:spcAft>
              <a:buSzPts val="1800"/>
              <a:buChar char="?"/>
              <a:defRPr/>
            </a:lvl2pPr>
            <a:lvl3pPr marL="1371600" lvl="2" indent="-342900" algn="l">
              <a:lnSpc>
                <a:spcPct val="100000"/>
              </a:lnSpc>
              <a:spcBef>
                <a:spcPts val="1000"/>
              </a:spcBef>
              <a:spcAft>
                <a:spcPts val="0"/>
              </a:spcAft>
              <a:buSzPts val="1800"/>
              <a:buChar char="?"/>
              <a:defRPr/>
            </a:lvl3pPr>
            <a:lvl4pPr marL="1828800" lvl="3" indent="-342900" algn="l">
              <a:lnSpc>
                <a:spcPct val="100000"/>
              </a:lnSpc>
              <a:spcBef>
                <a:spcPts val="1000"/>
              </a:spcBef>
              <a:spcAft>
                <a:spcPts val="0"/>
              </a:spcAft>
              <a:buSzPts val="1800"/>
              <a:buChar char="?"/>
              <a:defRPr/>
            </a:lvl4pPr>
            <a:lvl5pPr marL="2286000" lvl="4" indent="-342900" algn="l">
              <a:lnSpc>
                <a:spcPct val="100000"/>
              </a:lnSpc>
              <a:spcBef>
                <a:spcPts val="1000"/>
              </a:spcBef>
              <a:spcAft>
                <a:spcPts val="0"/>
              </a:spcAft>
              <a:buSzPts val="1800"/>
              <a:buChar char="?"/>
              <a:defRPr/>
            </a:lvl5pPr>
            <a:lvl6pPr marL="2743200" lvl="5" indent="-342900" algn="l">
              <a:lnSpc>
                <a:spcPct val="100000"/>
              </a:lnSpc>
              <a:spcBef>
                <a:spcPts val="1000"/>
              </a:spcBef>
              <a:spcAft>
                <a:spcPts val="0"/>
              </a:spcAft>
              <a:buSzPts val="1800"/>
              <a:buChar char="?"/>
              <a:defRPr/>
            </a:lvl6pPr>
            <a:lvl7pPr marL="3200400" lvl="6" indent="-342900" algn="l">
              <a:lnSpc>
                <a:spcPct val="100000"/>
              </a:lnSpc>
              <a:spcBef>
                <a:spcPts val="1000"/>
              </a:spcBef>
              <a:spcAft>
                <a:spcPts val="0"/>
              </a:spcAft>
              <a:buSzPts val="1800"/>
              <a:buChar char="?"/>
              <a:defRPr/>
            </a:lvl7pPr>
            <a:lvl8pPr marL="3657600" lvl="7" indent="-342900" algn="l">
              <a:lnSpc>
                <a:spcPct val="100000"/>
              </a:lnSpc>
              <a:spcBef>
                <a:spcPts val="1000"/>
              </a:spcBef>
              <a:spcAft>
                <a:spcPts val="0"/>
              </a:spcAft>
              <a:buSzPts val="1800"/>
              <a:buChar char="?"/>
              <a:defRPr/>
            </a:lvl8pPr>
            <a:lvl9pPr marL="4114800" lvl="8" indent="-342900" algn="l">
              <a:lnSpc>
                <a:spcPct val="100000"/>
              </a:lnSpc>
              <a:spcBef>
                <a:spcPts val="1000"/>
              </a:spcBef>
              <a:spcAft>
                <a:spcPts val="0"/>
              </a:spcAft>
              <a:buSzPts val="1800"/>
              <a:buChar char="?"/>
              <a:defRPr/>
            </a:lvl9pPr>
          </a:lstStyle>
          <a:p>
            <a:endParaRPr/>
          </a:p>
        </p:txBody>
      </p:sp>
      <p:sp>
        <p:nvSpPr>
          <p:cNvPr id="76" name="Google Shape;76;p47"/>
          <p:cNvSpPr txBox="1">
            <a:spLocks noGrp="1"/>
          </p:cNvSpPr>
          <p:nvPr>
            <p:ph type="body" idx="2"/>
          </p:nvPr>
        </p:nvSpPr>
        <p:spPr>
          <a:xfrm>
            <a:off x="5337307" y="2136706"/>
            <a:ext cx="3197093" cy="3767397"/>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1000"/>
              </a:spcBef>
              <a:spcAft>
                <a:spcPts val="0"/>
              </a:spcAft>
              <a:buSzPts val="1800"/>
              <a:buChar char="?"/>
              <a:defRPr/>
            </a:lvl2pPr>
            <a:lvl3pPr marL="1371600" lvl="2" indent="-342900" algn="l">
              <a:lnSpc>
                <a:spcPct val="100000"/>
              </a:lnSpc>
              <a:spcBef>
                <a:spcPts val="1000"/>
              </a:spcBef>
              <a:spcAft>
                <a:spcPts val="0"/>
              </a:spcAft>
              <a:buSzPts val="1800"/>
              <a:buChar char="?"/>
              <a:defRPr/>
            </a:lvl3pPr>
            <a:lvl4pPr marL="1828800" lvl="3" indent="-342900" algn="l">
              <a:lnSpc>
                <a:spcPct val="100000"/>
              </a:lnSpc>
              <a:spcBef>
                <a:spcPts val="1000"/>
              </a:spcBef>
              <a:spcAft>
                <a:spcPts val="0"/>
              </a:spcAft>
              <a:buSzPts val="1800"/>
              <a:buChar char="?"/>
              <a:defRPr/>
            </a:lvl4pPr>
            <a:lvl5pPr marL="2286000" lvl="4" indent="-342900" algn="l">
              <a:lnSpc>
                <a:spcPct val="100000"/>
              </a:lnSpc>
              <a:spcBef>
                <a:spcPts val="1000"/>
              </a:spcBef>
              <a:spcAft>
                <a:spcPts val="0"/>
              </a:spcAft>
              <a:buSzPts val="1800"/>
              <a:buChar char="?"/>
              <a:defRPr/>
            </a:lvl5pPr>
            <a:lvl6pPr marL="2743200" lvl="5" indent="-342900" algn="l">
              <a:lnSpc>
                <a:spcPct val="100000"/>
              </a:lnSpc>
              <a:spcBef>
                <a:spcPts val="1000"/>
              </a:spcBef>
              <a:spcAft>
                <a:spcPts val="0"/>
              </a:spcAft>
              <a:buSzPts val="1800"/>
              <a:buChar char="?"/>
              <a:defRPr/>
            </a:lvl6pPr>
            <a:lvl7pPr marL="3200400" lvl="6" indent="-342900" algn="l">
              <a:lnSpc>
                <a:spcPct val="100000"/>
              </a:lnSpc>
              <a:spcBef>
                <a:spcPts val="1000"/>
              </a:spcBef>
              <a:spcAft>
                <a:spcPts val="0"/>
              </a:spcAft>
              <a:buSzPts val="1800"/>
              <a:buChar char="?"/>
              <a:defRPr/>
            </a:lvl7pPr>
            <a:lvl8pPr marL="3657600" lvl="7" indent="-342900" algn="l">
              <a:lnSpc>
                <a:spcPct val="100000"/>
              </a:lnSpc>
              <a:spcBef>
                <a:spcPts val="1000"/>
              </a:spcBef>
              <a:spcAft>
                <a:spcPts val="0"/>
              </a:spcAft>
              <a:buSzPts val="1800"/>
              <a:buChar char="?"/>
              <a:defRPr/>
            </a:lvl8pPr>
            <a:lvl9pPr marL="4114800" lvl="8" indent="-342900" algn="l">
              <a:lnSpc>
                <a:spcPct val="100000"/>
              </a:lnSpc>
              <a:spcBef>
                <a:spcPts val="1000"/>
              </a:spcBef>
              <a:spcAft>
                <a:spcPts val="0"/>
              </a:spcAft>
              <a:buSzPts val="1800"/>
              <a:buChar char="?"/>
              <a:defRPr/>
            </a:lvl9pPr>
          </a:lstStyle>
          <a:p>
            <a:endParaRPr/>
          </a:p>
        </p:txBody>
      </p:sp>
      <p:sp>
        <p:nvSpPr>
          <p:cNvPr id="77" name="Google Shape;77;p47"/>
          <p:cNvSpPr txBox="1">
            <a:spLocks noGrp="1"/>
          </p:cNvSpPr>
          <p:nvPr>
            <p:ph type="dt" idx="10"/>
          </p:nvPr>
        </p:nvSpPr>
        <p:spPr>
          <a:xfrm>
            <a:off x="7772400" y="6135089"/>
            <a:ext cx="766380" cy="370171"/>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47"/>
          <p:cNvSpPr txBox="1">
            <a:spLocks noGrp="1"/>
          </p:cNvSpPr>
          <p:nvPr>
            <p:ph type="ftr" idx="11"/>
          </p:nvPr>
        </p:nvSpPr>
        <p:spPr>
          <a:xfrm>
            <a:off x="1942415" y="6135809"/>
            <a:ext cx="5716488"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47"/>
          <p:cNvSpPr/>
          <p:nvPr/>
        </p:nvSpPr>
        <p:spPr>
          <a:xfrm rot="10800000" flipH="1">
            <a:off x="58" y="711194"/>
            <a:ext cx="1358356" cy="508005"/>
          </a:xfrm>
          <a:custGeom>
            <a:avLst/>
            <a:gdLst/>
            <a:ahLst/>
            <a:cxnLst/>
            <a:rect l="l" t="t" r="r" b="b"/>
            <a:pathLst>
              <a:path w="7908" h="10000" extrusionOk="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0" name="Google Shape;80;p47"/>
          <p:cNvSpPr txBox="1">
            <a:spLocks noGrp="1"/>
          </p:cNvSpPr>
          <p:nvPr>
            <p:ph type="sldNum" idx="12"/>
          </p:nvPr>
        </p:nvSpPr>
        <p:spPr>
          <a:xfrm>
            <a:off x="511228" y="787783"/>
            <a:ext cx="58497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81"/>
        <p:cNvGrpSpPr/>
        <p:nvPr/>
      </p:nvGrpSpPr>
      <p:grpSpPr>
        <a:xfrm>
          <a:off x="0" y="0"/>
          <a:ext cx="0" cy="0"/>
          <a:chOff x="0" y="0"/>
          <a:chExt cx="0" cy="0"/>
        </a:xfrm>
      </p:grpSpPr>
      <p:sp>
        <p:nvSpPr>
          <p:cNvPr id="82" name="Google Shape;82;p48"/>
          <p:cNvSpPr txBox="1">
            <a:spLocks noGrp="1"/>
          </p:cNvSpPr>
          <p:nvPr>
            <p:ph type="title"/>
          </p:nvPr>
        </p:nvSpPr>
        <p:spPr>
          <a:xfrm>
            <a:off x="1945200" y="624110"/>
            <a:ext cx="6589200" cy="1280890"/>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rgbClr val="262626"/>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48"/>
          <p:cNvSpPr txBox="1">
            <a:spLocks noGrp="1"/>
          </p:cNvSpPr>
          <p:nvPr>
            <p:ph type="dt" idx="10"/>
          </p:nvPr>
        </p:nvSpPr>
        <p:spPr>
          <a:xfrm>
            <a:off x="7772400" y="6135089"/>
            <a:ext cx="766380" cy="370171"/>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48"/>
          <p:cNvSpPr txBox="1">
            <a:spLocks noGrp="1"/>
          </p:cNvSpPr>
          <p:nvPr>
            <p:ph type="ftr" idx="11"/>
          </p:nvPr>
        </p:nvSpPr>
        <p:spPr>
          <a:xfrm>
            <a:off x="1942415" y="6135809"/>
            <a:ext cx="5716488"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48"/>
          <p:cNvSpPr/>
          <p:nvPr/>
        </p:nvSpPr>
        <p:spPr>
          <a:xfrm rot="10800000" flipH="1">
            <a:off x="58" y="711194"/>
            <a:ext cx="1358356" cy="508005"/>
          </a:xfrm>
          <a:custGeom>
            <a:avLst/>
            <a:gdLst/>
            <a:ahLst/>
            <a:cxnLst/>
            <a:rect l="l" t="t" r="r" b="b"/>
            <a:pathLst>
              <a:path w="7908" h="10000" extrusionOk="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6" name="Google Shape;86;p48"/>
          <p:cNvSpPr txBox="1">
            <a:spLocks noGrp="1"/>
          </p:cNvSpPr>
          <p:nvPr>
            <p:ph type="sldNum" idx="12"/>
          </p:nvPr>
        </p:nvSpPr>
        <p:spPr>
          <a:xfrm>
            <a:off x="511228" y="787783"/>
            <a:ext cx="58497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7"/>
        <p:cNvGrpSpPr/>
        <p:nvPr/>
      </p:nvGrpSpPr>
      <p:grpSpPr>
        <a:xfrm>
          <a:off x="0" y="0"/>
          <a:ext cx="0" cy="0"/>
          <a:chOff x="0" y="0"/>
          <a:chExt cx="0" cy="0"/>
        </a:xfrm>
      </p:grpSpPr>
      <p:sp>
        <p:nvSpPr>
          <p:cNvPr id="88" name="Google Shape;88;p49"/>
          <p:cNvSpPr txBox="1">
            <a:spLocks noGrp="1"/>
          </p:cNvSpPr>
          <p:nvPr>
            <p:ph type="dt" idx="10"/>
          </p:nvPr>
        </p:nvSpPr>
        <p:spPr>
          <a:xfrm>
            <a:off x="7772400" y="6135089"/>
            <a:ext cx="766380" cy="370171"/>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9" name="Google Shape;89;p49"/>
          <p:cNvSpPr txBox="1">
            <a:spLocks noGrp="1"/>
          </p:cNvSpPr>
          <p:nvPr>
            <p:ph type="ftr" idx="11"/>
          </p:nvPr>
        </p:nvSpPr>
        <p:spPr>
          <a:xfrm>
            <a:off x="1942415" y="6135809"/>
            <a:ext cx="5716488"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p49"/>
          <p:cNvSpPr/>
          <p:nvPr/>
        </p:nvSpPr>
        <p:spPr>
          <a:xfrm rot="10800000" flipH="1">
            <a:off x="58" y="711194"/>
            <a:ext cx="1358356" cy="508005"/>
          </a:xfrm>
          <a:custGeom>
            <a:avLst/>
            <a:gdLst/>
            <a:ahLst/>
            <a:cxnLst/>
            <a:rect l="l" t="t" r="r" b="b"/>
            <a:pathLst>
              <a:path w="7908" h="10000" extrusionOk="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1" name="Google Shape;91;p49"/>
          <p:cNvSpPr txBox="1">
            <a:spLocks noGrp="1"/>
          </p:cNvSpPr>
          <p:nvPr>
            <p:ph type="sldNum" idx="12"/>
          </p:nvPr>
        </p:nvSpPr>
        <p:spPr>
          <a:xfrm>
            <a:off x="511228" y="787783"/>
            <a:ext cx="58497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92"/>
        <p:cNvGrpSpPr/>
        <p:nvPr/>
      </p:nvGrpSpPr>
      <p:grpSpPr>
        <a:xfrm>
          <a:off x="0" y="0"/>
          <a:ext cx="0" cy="0"/>
          <a:chOff x="0" y="0"/>
          <a:chExt cx="0" cy="0"/>
        </a:xfrm>
      </p:grpSpPr>
      <p:sp>
        <p:nvSpPr>
          <p:cNvPr id="93" name="Google Shape;93;p50"/>
          <p:cNvSpPr txBox="1">
            <a:spLocks noGrp="1"/>
          </p:cNvSpPr>
          <p:nvPr>
            <p:ph type="title"/>
          </p:nvPr>
        </p:nvSpPr>
        <p:spPr>
          <a:xfrm>
            <a:off x="1942415" y="446088"/>
            <a:ext cx="2629584" cy="976312"/>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rgbClr val="262626"/>
              </a:buClr>
              <a:buSzPts val="2000"/>
              <a:buFont typeface="Century Gothic"/>
              <a:buNone/>
              <a:defRPr sz="2000" b="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4" name="Google Shape;94;p50"/>
          <p:cNvSpPr txBox="1">
            <a:spLocks noGrp="1"/>
          </p:cNvSpPr>
          <p:nvPr>
            <p:ph type="body" idx="1"/>
          </p:nvPr>
        </p:nvSpPr>
        <p:spPr>
          <a:xfrm>
            <a:off x="4743494" y="446089"/>
            <a:ext cx="3790906" cy="5414963"/>
          </a:xfrm>
          <a:prstGeom prst="rect">
            <a:avLst/>
          </a:prstGeom>
          <a:noFill/>
          <a:ln>
            <a:noFill/>
          </a:ln>
        </p:spPr>
        <p:txBody>
          <a:bodyPr spcFirstLastPara="1" wrap="square" lIns="91425" tIns="45700" rIns="91425" bIns="45700" anchor="ctr" anchorCtr="0">
            <a:norm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1000"/>
              </a:spcBef>
              <a:spcAft>
                <a:spcPts val="0"/>
              </a:spcAft>
              <a:buSzPts val="1800"/>
              <a:buChar char="?"/>
              <a:defRPr/>
            </a:lvl2pPr>
            <a:lvl3pPr marL="1371600" lvl="2" indent="-342900" algn="l">
              <a:lnSpc>
                <a:spcPct val="100000"/>
              </a:lnSpc>
              <a:spcBef>
                <a:spcPts val="1000"/>
              </a:spcBef>
              <a:spcAft>
                <a:spcPts val="0"/>
              </a:spcAft>
              <a:buSzPts val="1800"/>
              <a:buChar char="?"/>
              <a:defRPr/>
            </a:lvl3pPr>
            <a:lvl4pPr marL="1828800" lvl="3" indent="-342900" algn="l">
              <a:lnSpc>
                <a:spcPct val="100000"/>
              </a:lnSpc>
              <a:spcBef>
                <a:spcPts val="1000"/>
              </a:spcBef>
              <a:spcAft>
                <a:spcPts val="0"/>
              </a:spcAft>
              <a:buSzPts val="1800"/>
              <a:buChar char="?"/>
              <a:defRPr/>
            </a:lvl4pPr>
            <a:lvl5pPr marL="2286000" lvl="4" indent="-342900" algn="l">
              <a:lnSpc>
                <a:spcPct val="100000"/>
              </a:lnSpc>
              <a:spcBef>
                <a:spcPts val="1000"/>
              </a:spcBef>
              <a:spcAft>
                <a:spcPts val="0"/>
              </a:spcAft>
              <a:buSzPts val="1800"/>
              <a:buChar char="?"/>
              <a:defRPr/>
            </a:lvl5pPr>
            <a:lvl6pPr marL="2743200" lvl="5" indent="-342900" algn="l">
              <a:lnSpc>
                <a:spcPct val="100000"/>
              </a:lnSpc>
              <a:spcBef>
                <a:spcPts val="1000"/>
              </a:spcBef>
              <a:spcAft>
                <a:spcPts val="0"/>
              </a:spcAft>
              <a:buSzPts val="1800"/>
              <a:buChar char="?"/>
              <a:defRPr/>
            </a:lvl6pPr>
            <a:lvl7pPr marL="3200400" lvl="6" indent="-342900" algn="l">
              <a:lnSpc>
                <a:spcPct val="100000"/>
              </a:lnSpc>
              <a:spcBef>
                <a:spcPts val="1000"/>
              </a:spcBef>
              <a:spcAft>
                <a:spcPts val="0"/>
              </a:spcAft>
              <a:buSzPts val="1800"/>
              <a:buChar char="?"/>
              <a:defRPr/>
            </a:lvl7pPr>
            <a:lvl8pPr marL="3657600" lvl="7" indent="-342900" algn="l">
              <a:lnSpc>
                <a:spcPct val="100000"/>
              </a:lnSpc>
              <a:spcBef>
                <a:spcPts val="1000"/>
              </a:spcBef>
              <a:spcAft>
                <a:spcPts val="0"/>
              </a:spcAft>
              <a:buSzPts val="1800"/>
              <a:buChar char="?"/>
              <a:defRPr/>
            </a:lvl8pPr>
            <a:lvl9pPr marL="4114800" lvl="8" indent="-342900" algn="l">
              <a:lnSpc>
                <a:spcPct val="100000"/>
              </a:lnSpc>
              <a:spcBef>
                <a:spcPts val="1000"/>
              </a:spcBef>
              <a:spcAft>
                <a:spcPts val="0"/>
              </a:spcAft>
              <a:buSzPts val="1800"/>
              <a:buChar char="?"/>
              <a:defRPr/>
            </a:lvl9pPr>
          </a:lstStyle>
          <a:p>
            <a:endParaRPr/>
          </a:p>
        </p:txBody>
      </p:sp>
      <p:sp>
        <p:nvSpPr>
          <p:cNvPr id="95" name="Google Shape;95;p50"/>
          <p:cNvSpPr txBox="1">
            <a:spLocks noGrp="1"/>
          </p:cNvSpPr>
          <p:nvPr>
            <p:ph type="body" idx="2"/>
          </p:nvPr>
        </p:nvSpPr>
        <p:spPr>
          <a:xfrm>
            <a:off x="1942415" y="1598613"/>
            <a:ext cx="2629584" cy="4262436"/>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1000"/>
              </a:spcBef>
              <a:spcAft>
                <a:spcPts val="0"/>
              </a:spcAft>
              <a:buSzPts val="1400"/>
              <a:buNone/>
              <a:defRPr sz="1400"/>
            </a:lvl1pPr>
            <a:lvl2pPr marL="914400" lvl="1" indent="-228600" algn="l">
              <a:lnSpc>
                <a:spcPct val="100000"/>
              </a:lnSpc>
              <a:spcBef>
                <a:spcPts val="1000"/>
              </a:spcBef>
              <a:spcAft>
                <a:spcPts val="0"/>
              </a:spcAft>
              <a:buSzPts val="1200"/>
              <a:buNone/>
              <a:defRPr sz="1200"/>
            </a:lvl2pPr>
            <a:lvl3pPr marL="1371600" lvl="2" indent="-228600" algn="l">
              <a:lnSpc>
                <a:spcPct val="100000"/>
              </a:lnSpc>
              <a:spcBef>
                <a:spcPts val="1000"/>
              </a:spcBef>
              <a:spcAft>
                <a:spcPts val="0"/>
              </a:spcAft>
              <a:buSzPts val="1000"/>
              <a:buNone/>
              <a:defRPr sz="1000"/>
            </a:lvl3pPr>
            <a:lvl4pPr marL="1828800" lvl="3" indent="-228600" algn="l">
              <a:lnSpc>
                <a:spcPct val="100000"/>
              </a:lnSpc>
              <a:spcBef>
                <a:spcPts val="1000"/>
              </a:spcBef>
              <a:spcAft>
                <a:spcPts val="0"/>
              </a:spcAft>
              <a:buSzPts val="900"/>
              <a:buNone/>
              <a:defRPr sz="900"/>
            </a:lvl4pPr>
            <a:lvl5pPr marL="2286000" lvl="4" indent="-228600" algn="l">
              <a:lnSpc>
                <a:spcPct val="100000"/>
              </a:lnSpc>
              <a:spcBef>
                <a:spcPts val="1000"/>
              </a:spcBef>
              <a:spcAft>
                <a:spcPts val="0"/>
              </a:spcAft>
              <a:buSzPts val="900"/>
              <a:buNone/>
              <a:defRPr sz="900"/>
            </a:lvl5pPr>
            <a:lvl6pPr marL="2743200" lvl="5" indent="-228600" algn="l">
              <a:lnSpc>
                <a:spcPct val="100000"/>
              </a:lnSpc>
              <a:spcBef>
                <a:spcPts val="1000"/>
              </a:spcBef>
              <a:spcAft>
                <a:spcPts val="0"/>
              </a:spcAft>
              <a:buSzPts val="900"/>
              <a:buNone/>
              <a:defRPr sz="900"/>
            </a:lvl6pPr>
            <a:lvl7pPr marL="3200400" lvl="6" indent="-228600" algn="l">
              <a:lnSpc>
                <a:spcPct val="100000"/>
              </a:lnSpc>
              <a:spcBef>
                <a:spcPts val="1000"/>
              </a:spcBef>
              <a:spcAft>
                <a:spcPts val="0"/>
              </a:spcAft>
              <a:buSzPts val="900"/>
              <a:buNone/>
              <a:defRPr sz="900"/>
            </a:lvl7pPr>
            <a:lvl8pPr marL="3657600" lvl="7" indent="-228600" algn="l">
              <a:lnSpc>
                <a:spcPct val="100000"/>
              </a:lnSpc>
              <a:spcBef>
                <a:spcPts val="1000"/>
              </a:spcBef>
              <a:spcAft>
                <a:spcPts val="0"/>
              </a:spcAft>
              <a:buSzPts val="900"/>
              <a:buNone/>
              <a:defRPr sz="900"/>
            </a:lvl8pPr>
            <a:lvl9pPr marL="4114800" lvl="8" indent="-228600" algn="l">
              <a:lnSpc>
                <a:spcPct val="100000"/>
              </a:lnSpc>
              <a:spcBef>
                <a:spcPts val="1000"/>
              </a:spcBef>
              <a:spcAft>
                <a:spcPts val="0"/>
              </a:spcAft>
              <a:buSzPts val="900"/>
              <a:buNone/>
              <a:defRPr sz="900"/>
            </a:lvl9pPr>
          </a:lstStyle>
          <a:p>
            <a:endParaRPr/>
          </a:p>
        </p:txBody>
      </p:sp>
      <p:sp>
        <p:nvSpPr>
          <p:cNvPr id="96" name="Google Shape;96;p50"/>
          <p:cNvSpPr txBox="1">
            <a:spLocks noGrp="1"/>
          </p:cNvSpPr>
          <p:nvPr>
            <p:ph type="dt" idx="10"/>
          </p:nvPr>
        </p:nvSpPr>
        <p:spPr>
          <a:xfrm>
            <a:off x="7772400" y="6135089"/>
            <a:ext cx="766380" cy="370171"/>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7" name="Google Shape;97;p50"/>
          <p:cNvSpPr txBox="1">
            <a:spLocks noGrp="1"/>
          </p:cNvSpPr>
          <p:nvPr>
            <p:ph type="ftr" idx="11"/>
          </p:nvPr>
        </p:nvSpPr>
        <p:spPr>
          <a:xfrm>
            <a:off x="1942415" y="6135809"/>
            <a:ext cx="5716488"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8" name="Google Shape;98;p50"/>
          <p:cNvSpPr/>
          <p:nvPr/>
        </p:nvSpPr>
        <p:spPr>
          <a:xfrm rot="10800000" flipH="1">
            <a:off x="58" y="711194"/>
            <a:ext cx="1358356" cy="508005"/>
          </a:xfrm>
          <a:custGeom>
            <a:avLst/>
            <a:gdLst/>
            <a:ahLst/>
            <a:cxnLst/>
            <a:rect l="l" t="t" r="r" b="b"/>
            <a:pathLst>
              <a:path w="7908" h="10000" extrusionOk="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9" name="Google Shape;99;p50"/>
          <p:cNvSpPr txBox="1">
            <a:spLocks noGrp="1"/>
          </p:cNvSpPr>
          <p:nvPr>
            <p:ph type="sldNum" idx="12"/>
          </p:nvPr>
        </p:nvSpPr>
        <p:spPr>
          <a:xfrm>
            <a:off x="511228" y="787783"/>
            <a:ext cx="58497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00"/>
        <p:cNvGrpSpPr/>
        <p:nvPr/>
      </p:nvGrpSpPr>
      <p:grpSpPr>
        <a:xfrm>
          <a:off x="0" y="0"/>
          <a:ext cx="0" cy="0"/>
          <a:chOff x="0" y="0"/>
          <a:chExt cx="0" cy="0"/>
        </a:xfrm>
      </p:grpSpPr>
      <p:sp>
        <p:nvSpPr>
          <p:cNvPr id="101" name="Google Shape;101;p51"/>
          <p:cNvSpPr txBox="1">
            <a:spLocks noGrp="1"/>
          </p:cNvSpPr>
          <p:nvPr>
            <p:ph type="title"/>
          </p:nvPr>
        </p:nvSpPr>
        <p:spPr>
          <a:xfrm>
            <a:off x="1942415" y="4800600"/>
            <a:ext cx="6591985" cy="566738"/>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rgbClr val="262626"/>
              </a:buClr>
              <a:buSzPts val="2400"/>
              <a:buFont typeface="Century Gothic"/>
              <a:buNone/>
              <a:defRPr sz="2400" b="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2" name="Google Shape;102;p51"/>
          <p:cNvSpPr>
            <a:spLocks noGrp="1"/>
          </p:cNvSpPr>
          <p:nvPr>
            <p:ph type="pic" idx="2"/>
          </p:nvPr>
        </p:nvSpPr>
        <p:spPr>
          <a:xfrm>
            <a:off x="1942415" y="634965"/>
            <a:ext cx="6591985" cy="3854970"/>
          </a:xfrm>
          <a:prstGeom prst="rect">
            <a:avLst/>
          </a:prstGeom>
          <a:noFill/>
          <a:ln>
            <a:noFill/>
          </a:ln>
        </p:spPr>
      </p:sp>
      <p:sp>
        <p:nvSpPr>
          <p:cNvPr id="103" name="Google Shape;103;p51"/>
          <p:cNvSpPr txBox="1">
            <a:spLocks noGrp="1"/>
          </p:cNvSpPr>
          <p:nvPr>
            <p:ph type="body" idx="1"/>
          </p:nvPr>
        </p:nvSpPr>
        <p:spPr>
          <a:xfrm>
            <a:off x="1942415" y="5367338"/>
            <a:ext cx="6591985" cy="493712"/>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1000"/>
              </a:spcBef>
              <a:spcAft>
                <a:spcPts val="0"/>
              </a:spcAft>
              <a:buSzPts val="1200"/>
              <a:buNone/>
              <a:defRPr sz="1200"/>
            </a:lvl1pPr>
            <a:lvl2pPr marL="914400" lvl="1" indent="-228600" algn="l">
              <a:lnSpc>
                <a:spcPct val="100000"/>
              </a:lnSpc>
              <a:spcBef>
                <a:spcPts val="1000"/>
              </a:spcBef>
              <a:spcAft>
                <a:spcPts val="0"/>
              </a:spcAft>
              <a:buSzPts val="1200"/>
              <a:buNone/>
              <a:defRPr sz="1200"/>
            </a:lvl2pPr>
            <a:lvl3pPr marL="1371600" lvl="2" indent="-228600" algn="l">
              <a:lnSpc>
                <a:spcPct val="100000"/>
              </a:lnSpc>
              <a:spcBef>
                <a:spcPts val="1000"/>
              </a:spcBef>
              <a:spcAft>
                <a:spcPts val="0"/>
              </a:spcAft>
              <a:buSzPts val="1000"/>
              <a:buNone/>
              <a:defRPr sz="1000"/>
            </a:lvl3pPr>
            <a:lvl4pPr marL="1828800" lvl="3" indent="-228600" algn="l">
              <a:lnSpc>
                <a:spcPct val="100000"/>
              </a:lnSpc>
              <a:spcBef>
                <a:spcPts val="1000"/>
              </a:spcBef>
              <a:spcAft>
                <a:spcPts val="0"/>
              </a:spcAft>
              <a:buSzPts val="900"/>
              <a:buNone/>
              <a:defRPr sz="900"/>
            </a:lvl4pPr>
            <a:lvl5pPr marL="2286000" lvl="4" indent="-228600" algn="l">
              <a:lnSpc>
                <a:spcPct val="100000"/>
              </a:lnSpc>
              <a:spcBef>
                <a:spcPts val="1000"/>
              </a:spcBef>
              <a:spcAft>
                <a:spcPts val="0"/>
              </a:spcAft>
              <a:buSzPts val="900"/>
              <a:buNone/>
              <a:defRPr sz="900"/>
            </a:lvl5pPr>
            <a:lvl6pPr marL="2743200" lvl="5" indent="-228600" algn="l">
              <a:lnSpc>
                <a:spcPct val="100000"/>
              </a:lnSpc>
              <a:spcBef>
                <a:spcPts val="1000"/>
              </a:spcBef>
              <a:spcAft>
                <a:spcPts val="0"/>
              </a:spcAft>
              <a:buSzPts val="900"/>
              <a:buNone/>
              <a:defRPr sz="900"/>
            </a:lvl6pPr>
            <a:lvl7pPr marL="3200400" lvl="6" indent="-228600" algn="l">
              <a:lnSpc>
                <a:spcPct val="100000"/>
              </a:lnSpc>
              <a:spcBef>
                <a:spcPts val="1000"/>
              </a:spcBef>
              <a:spcAft>
                <a:spcPts val="0"/>
              </a:spcAft>
              <a:buSzPts val="900"/>
              <a:buNone/>
              <a:defRPr sz="900"/>
            </a:lvl7pPr>
            <a:lvl8pPr marL="3657600" lvl="7" indent="-228600" algn="l">
              <a:lnSpc>
                <a:spcPct val="100000"/>
              </a:lnSpc>
              <a:spcBef>
                <a:spcPts val="1000"/>
              </a:spcBef>
              <a:spcAft>
                <a:spcPts val="0"/>
              </a:spcAft>
              <a:buSzPts val="900"/>
              <a:buNone/>
              <a:defRPr sz="900"/>
            </a:lvl8pPr>
            <a:lvl9pPr marL="4114800" lvl="8" indent="-228600" algn="l">
              <a:lnSpc>
                <a:spcPct val="100000"/>
              </a:lnSpc>
              <a:spcBef>
                <a:spcPts val="1000"/>
              </a:spcBef>
              <a:spcAft>
                <a:spcPts val="0"/>
              </a:spcAft>
              <a:buSzPts val="900"/>
              <a:buNone/>
              <a:defRPr sz="900"/>
            </a:lvl9pPr>
          </a:lstStyle>
          <a:p>
            <a:endParaRPr/>
          </a:p>
        </p:txBody>
      </p:sp>
      <p:sp>
        <p:nvSpPr>
          <p:cNvPr id="104" name="Google Shape;104;p51"/>
          <p:cNvSpPr txBox="1">
            <a:spLocks noGrp="1"/>
          </p:cNvSpPr>
          <p:nvPr>
            <p:ph type="dt" idx="10"/>
          </p:nvPr>
        </p:nvSpPr>
        <p:spPr>
          <a:xfrm>
            <a:off x="7772400" y="6135089"/>
            <a:ext cx="766380" cy="370171"/>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5" name="Google Shape;105;p51"/>
          <p:cNvSpPr txBox="1">
            <a:spLocks noGrp="1"/>
          </p:cNvSpPr>
          <p:nvPr>
            <p:ph type="ftr" idx="11"/>
          </p:nvPr>
        </p:nvSpPr>
        <p:spPr>
          <a:xfrm>
            <a:off x="1942415" y="6135809"/>
            <a:ext cx="5716488"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6" name="Google Shape;106;p51"/>
          <p:cNvSpPr/>
          <p:nvPr/>
        </p:nvSpPr>
        <p:spPr>
          <a:xfrm rot="10800000" flipH="1">
            <a:off x="58" y="4910660"/>
            <a:ext cx="1358356" cy="508005"/>
          </a:xfrm>
          <a:custGeom>
            <a:avLst/>
            <a:gdLst/>
            <a:ahLst/>
            <a:cxnLst/>
            <a:rect l="l" t="t" r="r" b="b"/>
            <a:pathLst>
              <a:path w="7908" h="10000" extrusionOk="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7" name="Google Shape;107;p51"/>
          <p:cNvSpPr txBox="1">
            <a:spLocks noGrp="1"/>
          </p:cNvSpPr>
          <p:nvPr>
            <p:ph type="sldNum" idx="12"/>
          </p:nvPr>
        </p:nvSpPr>
        <p:spPr>
          <a:xfrm>
            <a:off x="511228" y="4983088"/>
            <a:ext cx="58497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Caption">
  <p:cSld name="Title and Caption">
    <p:spTree>
      <p:nvGrpSpPr>
        <p:cNvPr id="1" name="Shape 108"/>
        <p:cNvGrpSpPr/>
        <p:nvPr/>
      </p:nvGrpSpPr>
      <p:grpSpPr>
        <a:xfrm>
          <a:off x="0" y="0"/>
          <a:ext cx="0" cy="0"/>
          <a:chOff x="0" y="0"/>
          <a:chExt cx="0" cy="0"/>
        </a:xfrm>
      </p:grpSpPr>
      <p:sp>
        <p:nvSpPr>
          <p:cNvPr id="109" name="Google Shape;109;p52"/>
          <p:cNvSpPr txBox="1">
            <a:spLocks noGrp="1"/>
          </p:cNvSpPr>
          <p:nvPr>
            <p:ph type="title"/>
          </p:nvPr>
        </p:nvSpPr>
        <p:spPr>
          <a:xfrm>
            <a:off x="1942415" y="609600"/>
            <a:ext cx="6591985" cy="3117040"/>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Clr>
                <a:srgbClr val="262626"/>
              </a:buClr>
              <a:buSzPts val="4800"/>
              <a:buFont typeface="Century Gothic"/>
              <a:buNone/>
              <a:defRPr sz="4800" b="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0" name="Google Shape;110;p52"/>
          <p:cNvSpPr txBox="1">
            <a:spLocks noGrp="1"/>
          </p:cNvSpPr>
          <p:nvPr>
            <p:ph type="body" idx="1"/>
          </p:nvPr>
        </p:nvSpPr>
        <p:spPr>
          <a:xfrm>
            <a:off x="1942415" y="4354046"/>
            <a:ext cx="6591985" cy="1555864"/>
          </a:xfrm>
          <a:prstGeom prst="rect">
            <a:avLst/>
          </a:prstGeom>
          <a:noFill/>
          <a:ln>
            <a:noFill/>
          </a:ln>
        </p:spPr>
        <p:txBody>
          <a:bodyPr spcFirstLastPara="1" wrap="square" lIns="91425" tIns="45700" rIns="91425" bIns="45700" anchor="ctr" anchorCtr="0">
            <a:normAutofit/>
          </a:bodyPr>
          <a:lstStyle>
            <a:lvl1pPr marL="457200" lvl="0" indent="-228600" algn="l">
              <a:lnSpc>
                <a:spcPct val="100000"/>
              </a:lnSpc>
              <a:spcBef>
                <a:spcPts val="1000"/>
              </a:spcBef>
              <a:spcAft>
                <a:spcPts val="0"/>
              </a:spcAft>
              <a:buSzPts val="1800"/>
              <a:buNone/>
              <a:defRPr sz="1800">
                <a:solidFill>
                  <a:srgbClr val="595959"/>
                </a:solidFill>
              </a:defRPr>
            </a:lvl1pPr>
            <a:lvl2pPr marL="914400" lvl="1" indent="-228600" algn="l">
              <a:lnSpc>
                <a:spcPct val="100000"/>
              </a:lnSpc>
              <a:spcBef>
                <a:spcPts val="1000"/>
              </a:spcBef>
              <a:spcAft>
                <a:spcPts val="0"/>
              </a:spcAft>
              <a:buSzPts val="1800"/>
              <a:buNone/>
              <a:defRPr sz="1800">
                <a:solidFill>
                  <a:srgbClr val="888888"/>
                </a:solidFill>
              </a:defRPr>
            </a:lvl2pPr>
            <a:lvl3pPr marL="1371600" lvl="2" indent="-228600" algn="l">
              <a:lnSpc>
                <a:spcPct val="100000"/>
              </a:lnSpc>
              <a:spcBef>
                <a:spcPts val="1000"/>
              </a:spcBef>
              <a:spcAft>
                <a:spcPts val="0"/>
              </a:spcAft>
              <a:buSzPts val="1600"/>
              <a:buNone/>
              <a:defRPr sz="1600">
                <a:solidFill>
                  <a:srgbClr val="888888"/>
                </a:solidFill>
              </a:defRPr>
            </a:lvl3pPr>
            <a:lvl4pPr marL="1828800" lvl="3" indent="-228600" algn="l">
              <a:lnSpc>
                <a:spcPct val="100000"/>
              </a:lnSpc>
              <a:spcBef>
                <a:spcPts val="1000"/>
              </a:spcBef>
              <a:spcAft>
                <a:spcPts val="0"/>
              </a:spcAft>
              <a:buSzPts val="1400"/>
              <a:buNone/>
              <a:defRPr sz="1400">
                <a:solidFill>
                  <a:srgbClr val="888888"/>
                </a:solidFill>
              </a:defRPr>
            </a:lvl4pPr>
            <a:lvl5pPr marL="2286000" lvl="4" indent="-228600" algn="l">
              <a:lnSpc>
                <a:spcPct val="100000"/>
              </a:lnSpc>
              <a:spcBef>
                <a:spcPts val="1000"/>
              </a:spcBef>
              <a:spcAft>
                <a:spcPts val="0"/>
              </a:spcAft>
              <a:buSzPts val="1400"/>
              <a:buNone/>
              <a:defRPr sz="1400">
                <a:solidFill>
                  <a:srgbClr val="888888"/>
                </a:solidFill>
              </a:defRPr>
            </a:lvl5pPr>
            <a:lvl6pPr marL="2743200" lvl="5" indent="-228600" algn="l">
              <a:lnSpc>
                <a:spcPct val="100000"/>
              </a:lnSpc>
              <a:spcBef>
                <a:spcPts val="1000"/>
              </a:spcBef>
              <a:spcAft>
                <a:spcPts val="0"/>
              </a:spcAft>
              <a:buSzPts val="1400"/>
              <a:buNone/>
              <a:defRPr sz="1400">
                <a:solidFill>
                  <a:srgbClr val="888888"/>
                </a:solidFill>
              </a:defRPr>
            </a:lvl6pPr>
            <a:lvl7pPr marL="3200400" lvl="6" indent="-228600" algn="l">
              <a:lnSpc>
                <a:spcPct val="100000"/>
              </a:lnSpc>
              <a:spcBef>
                <a:spcPts val="1000"/>
              </a:spcBef>
              <a:spcAft>
                <a:spcPts val="0"/>
              </a:spcAft>
              <a:buSzPts val="1400"/>
              <a:buNone/>
              <a:defRPr sz="1400">
                <a:solidFill>
                  <a:srgbClr val="888888"/>
                </a:solidFill>
              </a:defRPr>
            </a:lvl7pPr>
            <a:lvl8pPr marL="3657600" lvl="7" indent="-228600" algn="l">
              <a:lnSpc>
                <a:spcPct val="100000"/>
              </a:lnSpc>
              <a:spcBef>
                <a:spcPts val="1000"/>
              </a:spcBef>
              <a:spcAft>
                <a:spcPts val="0"/>
              </a:spcAft>
              <a:buSzPts val="1400"/>
              <a:buNone/>
              <a:defRPr sz="1400">
                <a:solidFill>
                  <a:srgbClr val="888888"/>
                </a:solidFill>
              </a:defRPr>
            </a:lvl8pPr>
            <a:lvl9pPr marL="4114800" lvl="8" indent="-228600" algn="l">
              <a:lnSpc>
                <a:spcPct val="100000"/>
              </a:lnSpc>
              <a:spcBef>
                <a:spcPts val="1000"/>
              </a:spcBef>
              <a:spcAft>
                <a:spcPts val="0"/>
              </a:spcAft>
              <a:buSzPts val="1400"/>
              <a:buNone/>
              <a:defRPr sz="1400">
                <a:solidFill>
                  <a:srgbClr val="888888"/>
                </a:solidFill>
              </a:defRPr>
            </a:lvl9pPr>
          </a:lstStyle>
          <a:p>
            <a:endParaRPr/>
          </a:p>
        </p:txBody>
      </p:sp>
      <p:sp>
        <p:nvSpPr>
          <p:cNvPr id="111" name="Google Shape;111;p52"/>
          <p:cNvSpPr txBox="1">
            <a:spLocks noGrp="1"/>
          </p:cNvSpPr>
          <p:nvPr>
            <p:ph type="dt" idx="10"/>
          </p:nvPr>
        </p:nvSpPr>
        <p:spPr>
          <a:xfrm>
            <a:off x="7772400" y="6135089"/>
            <a:ext cx="766380" cy="370171"/>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2" name="Google Shape;112;p52"/>
          <p:cNvSpPr txBox="1">
            <a:spLocks noGrp="1"/>
          </p:cNvSpPr>
          <p:nvPr>
            <p:ph type="ftr" idx="11"/>
          </p:nvPr>
        </p:nvSpPr>
        <p:spPr>
          <a:xfrm>
            <a:off x="1942415" y="6135809"/>
            <a:ext cx="5716488"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3" name="Google Shape;113;p52"/>
          <p:cNvSpPr/>
          <p:nvPr/>
        </p:nvSpPr>
        <p:spPr>
          <a:xfrm rot="10800000" flipH="1">
            <a:off x="58" y="3166527"/>
            <a:ext cx="1358356" cy="508005"/>
          </a:xfrm>
          <a:custGeom>
            <a:avLst/>
            <a:gdLst/>
            <a:ahLst/>
            <a:cxnLst/>
            <a:rect l="l" t="t" r="r" b="b"/>
            <a:pathLst>
              <a:path w="7908" h="10000" extrusionOk="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4" name="Google Shape;114;p52"/>
          <p:cNvSpPr txBox="1">
            <a:spLocks noGrp="1"/>
          </p:cNvSpPr>
          <p:nvPr>
            <p:ph type="sldNum" idx="12"/>
          </p:nvPr>
        </p:nvSpPr>
        <p:spPr>
          <a:xfrm>
            <a:off x="511228" y="3244140"/>
            <a:ext cx="58497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Quote with Caption">
  <p:cSld name="Quote with Caption">
    <p:spTree>
      <p:nvGrpSpPr>
        <p:cNvPr id="1" name="Shape 115"/>
        <p:cNvGrpSpPr/>
        <p:nvPr/>
      </p:nvGrpSpPr>
      <p:grpSpPr>
        <a:xfrm>
          <a:off x="0" y="0"/>
          <a:ext cx="0" cy="0"/>
          <a:chOff x="0" y="0"/>
          <a:chExt cx="0" cy="0"/>
        </a:xfrm>
      </p:grpSpPr>
      <p:sp>
        <p:nvSpPr>
          <p:cNvPr id="116" name="Google Shape;116;p53"/>
          <p:cNvSpPr txBox="1">
            <a:spLocks noGrp="1"/>
          </p:cNvSpPr>
          <p:nvPr>
            <p:ph type="title"/>
          </p:nvPr>
        </p:nvSpPr>
        <p:spPr>
          <a:xfrm>
            <a:off x="2188123" y="609600"/>
            <a:ext cx="6109587" cy="2895600"/>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Clr>
                <a:srgbClr val="262626"/>
              </a:buClr>
              <a:buSzPts val="4800"/>
              <a:buFont typeface="Century Gothic"/>
              <a:buNone/>
              <a:defRPr sz="4800" b="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7" name="Google Shape;117;p53"/>
          <p:cNvSpPr txBox="1">
            <a:spLocks noGrp="1"/>
          </p:cNvSpPr>
          <p:nvPr>
            <p:ph type="body" idx="1"/>
          </p:nvPr>
        </p:nvSpPr>
        <p:spPr>
          <a:xfrm>
            <a:off x="2415972" y="3505200"/>
            <a:ext cx="5653888" cy="381000"/>
          </a:xfrm>
          <a:prstGeom prst="rect">
            <a:avLst/>
          </a:prstGeom>
          <a:noFill/>
          <a:ln>
            <a:noFill/>
          </a:ln>
        </p:spPr>
        <p:txBody>
          <a:bodyPr spcFirstLastPara="1" wrap="square" lIns="91425" tIns="45700" rIns="91425" bIns="45700" anchor="ctr" anchorCtr="0">
            <a:noAutofit/>
          </a:bodyPr>
          <a:lstStyle>
            <a:lvl1pPr marL="457200" lvl="0" indent="-228600" algn="l">
              <a:lnSpc>
                <a:spcPct val="100000"/>
              </a:lnSpc>
              <a:spcBef>
                <a:spcPts val="1000"/>
              </a:spcBef>
              <a:spcAft>
                <a:spcPts val="0"/>
              </a:spcAft>
              <a:buSzPts val="1600"/>
              <a:buFont typeface="Century Gothic"/>
              <a:buNone/>
              <a:defRPr sz="1600">
                <a:solidFill>
                  <a:srgbClr val="7F7F7F"/>
                </a:solidFill>
              </a:defRPr>
            </a:lvl1pPr>
            <a:lvl2pPr marL="914400" lvl="1" indent="-228600" algn="l">
              <a:lnSpc>
                <a:spcPct val="100000"/>
              </a:lnSpc>
              <a:spcBef>
                <a:spcPts val="1000"/>
              </a:spcBef>
              <a:spcAft>
                <a:spcPts val="0"/>
              </a:spcAft>
              <a:buSzPts val="1600"/>
              <a:buFont typeface="Century Gothic"/>
              <a:buNone/>
              <a:defRPr/>
            </a:lvl2pPr>
            <a:lvl3pPr marL="1371600" lvl="2" indent="-228600" algn="l">
              <a:lnSpc>
                <a:spcPct val="100000"/>
              </a:lnSpc>
              <a:spcBef>
                <a:spcPts val="1000"/>
              </a:spcBef>
              <a:spcAft>
                <a:spcPts val="0"/>
              </a:spcAft>
              <a:buSzPts val="1400"/>
              <a:buFont typeface="Century Gothic"/>
              <a:buNone/>
              <a:defRPr/>
            </a:lvl3pPr>
            <a:lvl4pPr marL="1828800" lvl="3" indent="-228600" algn="l">
              <a:lnSpc>
                <a:spcPct val="100000"/>
              </a:lnSpc>
              <a:spcBef>
                <a:spcPts val="1000"/>
              </a:spcBef>
              <a:spcAft>
                <a:spcPts val="0"/>
              </a:spcAft>
              <a:buSzPts val="1200"/>
              <a:buFont typeface="Century Gothic"/>
              <a:buNone/>
              <a:defRPr/>
            </a:lvl4pPr>
            <a:lvl5pPr marL="2286000" lvl="4" indent="-228600" algn="l">
              <a:lnSpc>
                <a:spcPct val="100000"/>
              </a:lnSpc>
              <a:spcBef>
                <a:spcPts val="1000"/>
              </a:spcBef>
              <a:spcAft>
                <a:spcPts val="0"/>
              </a:spcAft>
              <a:buSzPts val="1200"/>
              <a:buFont typeface="Century Gothic"/>
              <a:buNone/>
              <a:defRPr/>
            </a:lvl5pPr>
            <a:lvl6pPr marL="2743200" lvl="5" indent="-342900" algn="l">
              <a:lnSpc>
                <a:spcPct val="100000"/>
              </a:lnSpc>
              <a:spcBef>
                <a:spcPts val="1000"/>
              </a:spcBef>
              <a:spcAft>
                <a:spcPts val="0"/>
              </a:spcAft>
              <a:buSzPts val="1800"/>
              <a:buChar char="?"/>
              <a:defRPr/>
            </a:lvl6pPr>
            <a:lvl7pPr marL="3200400" lvl="6" indent="-342900" algn="l">
              <a:lnSpc>
                <a:spcPct val="100000"/>
              </a:lnSpc>
              <a:spcBef>
                <a:spcPts val="1000"/>
              </a:spcBef>
              <a:spcAft>
                <a:spcPts val="0"/>
              </a:spcAft>
              <a:buSzPts val="1800"/>
              <a:buChar char="?"/>
              <a:defRPr/>
            </a:lvl7pPr>
            <a:lvl8pPr marL="3657600" lvl="7" indent="-342900" algn="l">
              <a:lnSpc>
                <a:spcPct val="100000"/>
              </a:lnSpc>
              <a:spcBef>
                <a:spcPts val="1000"/>
              </a:spcBef>
              <a:spcAft>
                <a:spcPts val="0"/>
              </a:spcAft>
              <a:buSzPts val="1800"/>
              <a:buChar char="?"/>
              <a:defRPr/>
            </a:lvl8pPr>
            <a:lvl9pPr marL="4114800" lvl="8" indent="-342900" algn="l">
              <a:lnSpc>
                <a:spcPct val="100000"/>
              </a:lnSpc>
              <a:spcBef>
                <a:spcPts val="1000"/>
              </a:spcBef>
              <a:spcAft>
                <a:spcPts val="0"/>
              </a:spcAft>
              <a:buSzPts val="1800"/>
              <a:buChar char="?"/>
              <a:defRPr/>
            </a:lvl9pPr>
          </a:lstStyle>
          <a:p>
            <a:endParaRPr/>
          </a:p>
        </p:txBody>
      </p:sp>
      <p:sp>
        <p:nvSpPr>
          <p:cNvPr id="118" name="Google Shape;118;p53"/>
          <p:cNvSpPr txBox="1">
            <a:spLocks noGrp="1"/>
          </p:cNvSpPr>
          <p:nvPr>
            <p:ph type="body" idx="2"/>
          </p:nvPr>
        </p:nvSpPr>
        <p:spPr>
          <a:xfrm>
            <a:off x="1942415" y="4354046"/>
            <a:ext cx="6591985" cy="1555864"/>
          </a:xfrm>
          <a:prstGeom prst="rect">
            <a:avLst/>
          </a:prstGeom>
          <a:noFill/>
          <a:ln>
            <a:noFill/>
          </a:ln>
        </p:spPr>
        <p:txBody>
          <a:bodyPr spcFirstLastPara="1" wrap="square" lIns="91425" tIns="45700" rIns="91425" bIns="45700" anchor="ctr" anchorCtr="0">
            <a:normAutofit/>
          </a:bodyPr>
          <a:lstStyle>
            <a:lvl1pPr marL="457200" lvl="0" indent="-228600" algn="l">
              <a:lnSpc>
                <a:spcPct val="100000"/>
              </a:lnSpc>
              <a:spcBef>
                <a:spcPts val="1000"/>
              </a:spcBef>
              <a:spcAft>
                <a:spcPts val="0"/>
              </a:spcAft>
              <a:buSzPts val="1800"/>
              <a:buNone/>
              <a:defRPr sz="1800">
                <a:solidFill>
                  <a:srgbClr val="595959"/>
                </a:solidFill>
              </a:defRPr>
            </a:lvl1pPr>
            <a:lvl2pPr marL="914400" lvl="1" indent="-228600" algn="l">
              <a:lnSpc>
                <a:spcPct val="100000"/>
              </a:lnSpc>
              <a:spcBef>
                <a:spcPts val="1000"/>
              </a:spcBef>
              <a:spcAft>
                <a:spcPts val="0"/>
              </a:spcAft>
              <a:buSzPts val="1800"/>
              <a:buNone/>
              <a:defRPr sz="1800">
                <a:solidFill>
                  <a:srgbClr val="888888"/>
                </a:solidFill>
              </a:defRPr>
            </a:lvl2pPr>
            <a:lvl3pPr marL="1371600" lvl="2" indent="-228600" algn="l">
              <a:lnSpc>
                <a:spcPct val="100000"/>
              </a:lnSpc>
              <a:spcBef>
                <a:spcPts val="1000"/>
              </a:spcBef>
              <a:spcAft>
                <a:spcPts val="0"/>
              </a:spcAft>
              <a:buSzPts val="1600"/>
              <a:buNone/>
              <a:defRPr sz="1600">
                <a:solidFill>
                  <a:srgbClr val="888888"/>
                </a:solidFill>
              </a:defRPr>
            </a:lvl3pPr>
            <a:lvl4pPr marL="1828800" lvl="3" indent="-228600" algn="l">
              <a:lnSpc>
                <a:spcPct val="100000"/>
              </a:lnSpc>
              <a:spcBef>
                <a:spcPts val="1000"/>
              </a:spcBef>
              <a:spcAft>
                <a:spcPts val="0"/>
              </a:spcAft>
              <a:buSzPts val="1400"/>
              <a:buNone/>
              <a:defRPr sz="1400">
                <a:solidFill>
                  <a:srgbClr val="888888"/>
                </a:solidFill>
              </a:defRPr>
            </a:lvl4pPr>
            <a:lvl5pPr marL="2286000" lvl="4" indent="-228600" algn="l">
              <a:lnSpc>
                <a:spcPct val="100000"/>
              </a:lnSpc>
              <a:spcBef>
                <a:spcPts val="1000"/>
              </a:spcBef>
              <a:spcAft>
                <a:spcPts val="0"/>
              </a:spcAft>
              <a:buSzPts val="1400"/>
              <a:buNone/>
              <a:defRPr sz="1400">
                <a:solidFill>
                  <a:srgbClr val="888888"/>
                </a:solidFill>
              </a:defRPr>
            </a:lvl5pPr>
            <a:lvl6pPr marL="2743200" lvl="5" indent="-228600" algn="l">
              <a:lnSpc>
                <a:spcPct val="100000"/>
              </a:lnSpc>
              <a:spcBef>
                <a:spcPts val="1000"/>
              </a:spcBef>
              <a:spcAft>
                <a:spcPts val="0"/>
              </a:spcAft>
              <a:buSzPts val="1400"/>
              <a:buNone/>
              <a:defRPr sz="1400">
                <a:solidFill>
                  <a:srgbClr val="888888"/>
                </a:solidFill>
              </a:defRPr>
            </a:lvl6pPr>
            <a:lvl7pPr marL="3200400" lvl="6" indent="-228600" algn="l">
              <a:lnSpc>
                <a:spcPct val="100000"/>
              </a:lnSpc>
              <a:spcBef>
                <a:spcPts val="1000"/>
              </a:spcBef>
              <a:spcAft>
                <a:spcPts val="0"/>
              </a:spcAft>
              <a:buSzPts val="1400"/>
              <a:buNone/>
              <a:defRPr sz="1400">
                <a:solidFill>
                  <a:srgbClr val="888888"/>
                </a:solidFill>
              </a:defRPr>
            </a:lvl7pPr>
            <a:lvl8pPr marL="3657600" lvl="7" indent="-228600" algn="l">
              <a:lnSpc>
                <a:spcPct val="100000"/>
              </a:lnSpc>
              <a:spcBef>
                <a:spcPts val="1000"/>
              </a:spcBef>
              <a:spcAft>
                <a:spcPts val="0"/>
              </a:spcAft>
              <a:buSzPts val="1400"/>
              <a:buNone/>
              <a:defRPr sz="1400">
                <a:solidFill>
                  <a:srgbClr val="888888"/>
                </a:solidFill>
              </a:defRPr>
            </a:lvl8pPr>
            <a:lvl9pPr marL="4114800" lvl="8" indent="-228600" algn="l">
              <a:lnSpc>
                <a:spcPct val="100000"/>
              </a:lnSpc>
              <a:spcBef>
                <a:spcPts val="1000"/>
              </a:spcBef>
              <a:spcAft>
                <a:spcPts val="0"/>
              </a:spcAft>
              <a:buSzPts val="1400"/>
              <a:buNone/>
              <a:defRPr sz="1400">
                <a:solidFill>
                  <a:srgbClr val="888888"/>
                </a:solidFill>
              </a:defRPr>
            </a:lvl9pPr>
          </a:lstStyle>
          <a:p>
            <a:endParaRPr/>
          </a:p>
        </p:txBody>
      </p:sp>
      <p:sp>
        <p:nvSpPr>
          <p:cNvPr id="119" name="Google Shape;119;p53"/>
          <p:cNvSpPr txBox="1">
            <a:spLocks noGrp="1"/>
          </p:cNvSpPr>
          <p:nvPr>
            <p:ph type="dt" idx="10"/>
          </p:nvPr>
        </p:nvSpPr>
        <p:spPr>
          <a:xfrm>
            <a:off x="7772400" y="6135089"/>
            <a:ext cx="766380" cy="370171"/>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0" name="Google Shape;120;p53"/>
          <p:cNvSpPr txBox="1">
            <a:spLocks noGrp="1"/>
          </p:cNvSpPr>
          <p:nvPr>
            <p:ph type="ftr" idx="11"/>
          </p:nvPr>
        </p:nvSpPr>
        <p:spPr>
          <a:xfrm>
            <a:off x="1942415" y="6135809"/>
            <a:ext cx="5716488"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1" name="Google Shape;121;p53"/>
          <p:cNvSpPr/>
          <p:nvPr/>
        </p:nvSpPr>
        <p:spPr>
          <a:xfrm rot="10800000" flipH="1">
            <a:off x="58" y="3166527"/>
            <a:ext cx="1358356" cy="508005"/>
          </a:xfrm>
          <a:custGeom>
            <a:avLst/>
            <a:gdLst/>
            <a:ahLst/>
            <a:cxnLst/>
            <a:rect l="l" t="t" r="r" b="b"/>
            <a:pathLst>
              <a:path w="7908" h="10000" extrusionOk="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2" name="Google Shape;122;p53"/>
          <p:cNvSpPr txBox="1">
            <a:spLocks noGrp="1"/>
          </p:cNvSpPr>
          <p:nvPr>
            <p:ph type="sldNum" idx="12"/>
          </p:nvPr>
        </p:nvSpPr>
        <p:spPr>
          <a:xfrm>
            <a:off x="511228" y="3244140"/>
            <a:ext cx="58497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
        <p:nvSpPr>
          <p:cNvPr id="123" name="Google Shape;123;p53"/>
          <p:cNvSpPr txBox="1"/>
          <p:nvPr/>
        </p:nvSpPr>
        <p:spPr>
          <a:xfrm>
            <a:off x="1808316" y="648005"/>
            <a:ext cx="457319" cy="584776"/>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8000"/>
              <a:buFont typeface="Arial"/>
              <a:buNone/>
            </a:pPr>
            <a:r>
              <a:rPr lang="en-US" sz="8000" b="0" i="0" u="none" strike="noStrike" cap="none">
                <a:solidFill>
                  <a:schemeClr val="accent1"/>
                </a:solidFill>
                <a:latin typeface="Arial"/>
                <a:ea typeface="Arial"/>
                <a:cs typeface="Arial"/>
                <a:sym typeface="Arial"/>
              </a:rPr>
              <a:t>“</a:t>
            </a:r>
            <a:endParaRPr sz="1400" b="0" i="0" u="none" strike="noStrike" cap="none">
              <a:solidFill>
                <a:srgbClr val="000000"/>
              </a:solidFill>
              <a:latin typeface="Arial"/>
              <a:ea typeface="Arial"/>
              <a:cs typeface="Arial"/>
              <a:sym typeface="Arial"/>
            </a:endParaRPr>
          </a:p>
        </p:txBody>
      </p:sp>
      <p:sp>
        <p:nvSpPr>
          <p:cNvPr id="124" name="Google Shape;124;p53"/>
          <p:cNvSpPr txBox="1"/>
          <p:nvPr/>
        </p:nvSpPr>
        <p:spPr>
          <a:xfrm>
            <a:off x="8169533" y="2905306"/>
            <a:ext cx="457319" cy="584776"/>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8000"/>
              <a:buFont typeface="Arial"/>
              <a:buNone/>
            </a:pPr>
            <a:r>
              <a:rPr lang="en-US" sz="8000" b="0" i="0" u="none" strike="noStrike" cap="none">
                <a:solidFill>
                  <a:schemeClr val="accent1"/>
                </a:solidFill>
                <a:latin typeface="Arial"/>
                <a:ea typeface="Arial"/>
                <a:cs typeface="Arial"/>
                <a:sym typeface="Arial"/>
              </a:rPr>
              <a:t>”</a:t>
            </a: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Name Card">
  <p:cSld name="Name Card">
    <p:spTree>
      <p:nvGrpSpPr>
        <p:cNvPr id="1" name="Shape 125"/>
        <p:cNvGrpSpPr/>
        <p:nvPr/>
      </p:nvGrpSpPr>
      <p:grpSpPr>
        <a:xfrm>
          <a:off x="0" y="0"/>
          <a:ext cx="0" cy="0"/>
          <a:chOff x="0" y="0"/>
          <a:chExt cx="0" cy="0"/>
        </a:xfrm>
      </p:grpSpPr>
      <p:sp>
        <p:nvSpPr>
          <p:cNvPr id="126" name="Google Shape;126;p54"/>
          <p:cNvSpPr txBox="1">
            <a:spLocks noGrp="1"/>
          </p:cNvSpPr>
          <p:nvPr>
            <p:ph type="title"/>
          </p:nvPr>
        </p:nvSpPr>
        <p:spPr>
          <a:xfrm>
            <a:off x="1942415" y="2438401"/>
            <a:ext cx="6591985" cy="2724845"/>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rgbClr val="262626"/>
              </a:buClr>
              <a:buSzPts val="4800"/>
              <a:buFont typeface="Century Gothic"/>
              <a:buNone/>
              <a:defRPr sz="4800" b="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7" name="Google Shape;127;p54"/>
          <p:cNvSpPr txBox="1">
            <a:spLocks noGrp="1"/>
          </p:cNvSpPr>
          <p:nvPr>
            <p:ph type="body" idx="1"/>
          </p:nvPr>
        </p:nvSpPr>
        <p:spPr>
          <a:xfrm>
            <a:off x="1942415" y="5181600"/>
            <a:ext cx="6591985" cy="729622"/>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1000"/>
              </a:spcBef>
              <a:spcAft>
                <a:spcPts val="0"/>
              </a:spcAft>
              <a:buSzPts val="1800"/>
              <a:buNone/>
              <a:defRPr>
                <a:solidFill>
                  <a:srgbClr val="595959"/>
                </a:solidFill>
              </a:defRPr>
            </a:lvl1pPr>
            <a:lvl2pPr marL="914400" lvl="1" indent="-342900" algn="l">
              <a:lnSpc>
                <a:spcPct val="100000"/>
              </a:lnSpc>
              <a:spcBef>
                <a:spcPts val="1000"/>
              </a:spcBef>
              <a:spcAft>
                <a:spcPts val="0"/>
              </a:spcAft>
              <a:buSzPts val="1800"/>
              <a:buChar char="?"/>
              <a:defRPr/>
            </a:lvl2pPr>
            <a:lvl3pPr marL="1371600" lvl="2" indent="-342900" algn="l">
              <a:lnSpc>
                <a:spcPct val="100000"/>
              </a:lnSpc>
              <a:spcBef>
                <a:spcPts val="1000"/>
              </a:spcBef>
              <a:spcAft>
                <a:spcPts val="0"/>
              </a:spcAft>
              <a:buSzPts val="1800"/>
              <a:buChar char="?"/>
              <a:defRPr/>
            </a:lvl3pPr>
            <a:lvl4pPr marL="1828800" lvl="3" indent="-342900" algn="l">
              <a:lnSpc>
                <a:spcPct val="100000"/>
              </a:lnSpc>
              <a:spcBef>
                <a:spcPts val="1000"/>
              </a:spcBef>
              <a:spcAft>
                <a:spcPts val="0"/>
              </a:spcAft>
              <a:buSzPts val="1800"/>
              <a:buChar char="?"/>
              <a:defRPr/>
            </a:lvl4pPr>
            <a:lvl5pPr marL="2286000" lvl="4" indent="-342900" algn="l">
              <a:lnSpc>
                <a:spcPct val="100000"/>
              </a:lnSpc>
              <a:spcBef>
                <a:spcPts val="1000"/>
              </a:spcBef>
              <a:spcAft>
                <a:spcPts val="0"/>
              </a:spcAft>
              <a:buSzPts val="1800"/>
              <a:buChar char="?"/>
              <a:defRPr/>
            </a:lvl5pPr>
            <a:lvl6pPr marL="2743200" lvl="5" indent="-342900" algn="l">
              <a:lnSpc>
                <a:spcPct val="100000"/>
              </a:lnSpc>
              <a:spcBef>
                <a:spcPts val="1000"/>
              </a:spcBef>
              <a:spcAft>
                <a:spcPts val="0"/>
              </a:spcAft>
              <a:buSzPts val="1800"/>
              <a:buChar char="?"/>
              <a:defRPr/>
            </a:lvl6pPr>
            <a:lvl7pPr marL="3200400" lvl="6" indent="-342900" algn="l">
              <a:lnSpc>
                <a:spcPct val="100000"/>
              </a:lnSpc>
              <a:spcBef>
                <a:spcPts val="1000"/>
              </a:spcBef>
              <a:spcAft>
                <a:spcPts val="0"/>
              </a:spcAft>
              <a:buSzPts val="1800"/>
              <a:buChar char="?"/>
              <a:defRPr/>
            </a:lvl7pPr>
            <a:lvl8pPr marL="3657600" lvl="7" indent="-342900" algn="l">
              <a:lnSpc>
                <a:spcPct val="100000"/>
              </a:lnSpc>
              <a:spcBef>
                <a:spcPts val="1000"/>
              </a:spcBef>
              <a:spcAft>
                <a:spcPts val="0"/>
              </a:spcAft>
              <a:buSzPts val="1800"/>
              <a:buChar char="?"/>
              <a:defRPr/>
            </a:lvl8pPr>
            <a:lvl9pPr marL="4114800" lvl="8" indent="-342900" algn="l">
              <a:lnSpc>
                <a:spcPct val="100000"/>
              </a:lnSpc>
              <a:spcBef>
                <a:spcPts val="1000"/>
              </a:spcBef>
              <a:spcAft>
                <a:spcPts val="0"/>
              </a:spcAft>
              <a:buSzPts val="1800"/>
              <a:buChar char="?"/>
              <a:defRPr/>
            </a:lvl9pPr>
          </a:lstStyle>
          <a:p>
            <a:endParaRPr/>
          </a:p>
        </p:txBody>
      </p:sp>
      <p:sp>
        <p:nvSpPr>
          <p:cNvPr id="128" name="Google Shape;128;p54"/>
          <p:cNvSpPr txBox="1">
            <a:spLocks noGrp="1"/>
          </p:cNvSpPr>
          <p:nvPr>
            <p:ph type="dt" idx="10"/>
          </p:nvPr>
        </p:nvSpPr>
        <p:spPr>
          <a:xfrm>
            <a:off x="7772400" y="6135089"/>
            <a:ext cx="766380" cy="370171"/>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9" name="Google Shape;129;p54"/>
          <p:cNvSpPr txBox="1">
            <a:spLocks noGrp="1"/>
          </p:cNvSpPr>
          <p:nvPr>
            <p:ph type="ftr" idx="11"/>
          </p:nvPr>
        </p:nvSpPr>
        <p:spPr>
          <a:xfrm>
            <a:off x="1942415" y="6135809"/>
            <a:ext cx="5716488"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0" name="Google Shape;130;p54"/>
          <p:cNvSpPr/>
          <p:nvPr/>
        </p:nvSpPr>
        <p:spPr>
          <a:xfrm rot="10800000" flipH="1">
            <a:off x="58" y="4910660"/>
            <a:ext cx="1358356" cy="508005"/>
          </a:xfrm>
          <a:custGeom>
            <a:avLst/>
            <a:gdLst/>
            <a:ahLst/>
            <a:cxnLst/>
            <a:rect l="l" t="t" r="r" b="b"/>
            <a:pathLst>
              <a:path w="7908" h="10000" extrusionOk="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1" name="Google Shape;131;p54"/>
          <p:cNvSpPr txBox="1">
            <a:spLocks noGrp="1"/>
          </p:cNvSpPr>
          <p:nvPr>
            <p:ph type="sldNum" idx="12"/>
          </p:nvPr>
        </p:nvSpPr>
        <p:spPr>
          <a:xfrm>
            <a:off x="511228" y="4983088"/>
            <a:ext cx="58497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Quote Name Card">
  <p:cSld name="Quote Name Card">
    <p:spTree>
      <p:nvGrpSpPr>
        <p:cNvPr id="1" name="Shape 132"/>
        <p:cNvGrpSpPr/>
        <p:nvPr/>
      </p:nvGrpSpPr>
      <p:grpSpPr>
        <a:xfrm>
          <a:off x="0" y="0"/>
          <a:ext cx="0" cy="0"/>
          <a:chOff x="0" y="0"/>
          <a:chExt cx="0" cy="0"/>
        </a:xfrm>
      </p:grpSpPr>
      <p:sp>
        <p:nvSpPr>
          <p:cNvPr id="133" name="Google Shape;133;p55"/>
          <p:cNvSpPr txBox="1">
            <a:spLocks noGrp="1"/>
          </p:cNvSpPr>
          <p:nvPr>
            <p:ph type="title"/>
          </p:nvPr>
        </p:nvSpPr>
        <p:spPr>
          <a:xfrm>
            <a:off x="2188123" y="609600"/>
            <a:ext cx="6109587" cy="2895600"/>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Clr>
                <a:srgbClr val="262626"/>
              </a:buClr>
              <a:buSzPts val="4800"/>
              <a:buFont typeface="Century Gothic"/>
              <a:buNone/>
              <a:defRPr sz="4800" b="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4" name="Google Shape;134;p55"/>
          <p:cNvSpPr txBox="1">
            <a:spLocks noGrp="1"/>
          </p:cNvSpPr>
          <p:nvPr>
            <p:ph type="body" idx="1"/>
          </p:nvPr>
        </p:nvSpPr>
        <p:spPr>
          <a:xfrm>
            <a:off x="1942415" y="4343400"/>
            <a:ext cx="6688292" cy="838200"/>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1000"/>
              </a:spcBef>
              <a:spcAft>
                <a:spcPts val="0"/>
              </a:spcAft>
              <a:buSzPts val="2400"/>
              <a:buFont typeface="Century Gothic"/>
              <a:buNone/>
              <a:defRPr sz="2400">
                <a:solidFill>
                  <a:schemeClr val="accent1"/>
                </a:solidFill>
              </a:defRPr>
            </a:lvl1pPr>
            <a:lvl2pPr marL="914400" lvl="1" indent="-228600" algn="l">
              <a:lnSpc>
                <a:spcPct val="100000"/>
              </a:lnSpc>
              <a:spcBef>
                <a:spcPts val="1000"/>
              </a:spcBef>
              <a:spcAft>
                <a:spcPts val="0"/>
              </a:spcAft>
              <a:buSzPts val="1600"/>
              <a:buFont typeface="Century Gothic"/>
              <a:buNone/>
              <a:defRPr/>
            </a:lvl2pPr>
            <a:lvl3pPr marL="1371600" lvl="2" indent="-228600" algn="l">
              <a:lnSpc>
                <a:spcPct val="100000"/>
              </a:lnSpc>
              <a:spcBef>
                <a:spcPts val="1000"/>
              </a:spcBef>
              <a:spcAft>
                <a:spcPts val="0"/>
              </a:spcAft>
              <a:buSzPts val="1400"/>
              <a:buFont typeface="Century Gothic"/>
              <a:buNone/>
              <a:defRPr/>
            </a:lvl3pPr>
            <a:lvl4pPr marL="1828800" lvl="3" indent="-228600" algn="l">
              <a:lnSpc>
                <a:spcPct val="100000"/>
              </a:lnSpc>
              <a:spcBef>
                <a:spcPts val="1000"/>
              </a:spcBef>
              <a:spcAft>
                <a:spcPts val="0"/>
              </a:spcAft>
              <a:buSzPts val="1200"/>
              <a:buFont typeface="Century Gothic"/>
              <a:buNone/>
              <a:defRPr/>
            </a:lvl4pPr>
            <a:lvl5pPr marL="2286000" lvl="4" indent="-228600" algn="l">
              <a:lnSpc>
                <a:spcPct val="100000"/>
              </a:lnSpc>
              <a:spcBef>
                <a:spcPts val="1000"/>
              </a:spcBef>
              <a:spcAft>
                <a:spcPts val="0"/>
              </a:spcAft>
              <a:buSzPts val="1200"/>
              <a:buFont typeface="Century Gothic"/>
              <a:buNone/>
              <a:defRPr/>
            </a:lvl5pPr>
            <a:lvl6pPr marL="2743200" lvl="5" indent="-342900" algn="l">
              <a:lnSpc>
                <a:spcPct val="100000"/>
              </a:lnSpc>
              <a:spcBef>
                <a:spcPts val="1000"/>
              </a:spcBef>
              <a:spcAft>
                <a:spcPts val="0"/>
              </a:spcAft>
              <a:buSzPts val="1800"/>
              <a:buChar char="?"/>
              <a:defRPr/>
            </a:lvl6pPr>
            <a:lvl7pPr marL="3200400" lvl="6" indent="-342900" algn="l">
              <a:lnSpc>
                <a:spcPct val="100000"/>
              </a:lnSpc>
              <a:spcBef>
                <a:spcPts val="1000"/>
              </a:spcBef>
              <a:spcAft>
                <a:spcPts val="0"/>
              </a:spcAft>
              <a:buSzPts val="1800"/>
              <a:buChar char="?"/>
              <a:defRPr/>
            </a:lvl7pPr>
            <a:lvl8pPr marL="3657600" lvl="7" indent="-342900" algn="l">
              <a:lnSpc>
                <a:spcPct val="100000"/>
              </a:lnSpc>
              <a:spcBef>
                <a:spcPts val="1000"/>
              </a:spcBef>
              <a:spcAft>
                <a:spcPts val="0"/>
              </a:spcAft>
              <a:buSzPts val="1800"/>
              <a:buChar char="?"/>
              <a:defRPr/>
            </a:lvl8pPr>
            <a:lvl9pPr marL="4114800" lvl="8" indent="-342900" algn="l">
              <a:lnSpc>
                <a:spcPct val="100000"/>
              </a:lnSpc>
              <a:spcBef>
                <a:spcPts val="1000"/>
              </a:spcBef>
              <a:spcAft>
                <a:spcPts val="0"/>
              </a:spcAft>
              <a:buSzPts val="1800"/>
              <a:buChar char="?"/>
              <a:defRPr/>
            </a:lvl9pPr>
          </a:lstStyle>
          <a:p>
            <a:endParaRPr/>
          </a:p>
        </p:txBody>
      </p:sp>
      <p:sp>
        <p:nvSpPr>
          <p:cNvPr id="135" name="Google Shape;135;p55"/>
          <p:cNvSpPr txBox="1">
            <a:spLocks noGrp="1"/>
          </p:cNvSpPr>
          <p:nvPr>
            <p:ph type="body" idx="2"/>
          </p:nvPr>
        </p:nvSpPr>
        <p:spPr>
          <a:xfrm>
            <a:off x="1942415" y="5181600"/>
            <a:ext cx="6688292" cy="729622"/>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1000"/>
              </a:spcBef>
              <a:spcAft>
                <a:spcPts val="0"/>
              </a:spcAft>
              <a:buSzPts val="1800"/>
              <a:buNone/>
              <a:defRPr>
                <a:solidFill>
                  <a:srgbClr val="595959"/>
                </a:solidFill>
              </a:defRPr>
            </a:lvl1pPr>
            <a:lvl2pPr marL="914400" lvl="1" indent="-342900" algn="l">
              <a:lnSpc>
                <a:spcPct val="100000"/>
              </a:lnSpc>
              <a:spcBef>
                <a:spcPts val="1000"/>
              </a:spcBef>
              <a:spcAft>
                <a:spcPts val="0"/>
              </a:spcAft>
              <a:buSzPts val="1800"/>
              <a:buChar char="?"/>
              <a:defRPr/>
            </a:lvl2pPr>
            <a:lvl3pPr marL="1371600" lvl="2" indent="-342900" algn="l">
              <a:lnSpc>
                <a:spcPct val="100000"/>
              </a:lnSpc>
              <a:spcBef>
                <a:spcPts val="1000"/>
              </a:spcBef>
              <a:spcAft>
                <a:spcPts val="0"/>
              </a:spcAft>
              <a:buSzPts val="1800"/>
              <a:buChar char="?"/>
              <a:defRPr/>
            </a:lvl3pPr>
            <a:lvl4pPr marL="1828800" lvl="3" indent="-342900" algn="l">
              <a:lnSpc>
                <a:spcPct val="100000"/>
              </a:lnSpc>
              <a:spcBef>
                <a:spcPts val="1000"/>
              </a:spcBef>
              <a:spcAft>
                <a:spcPts val="0"/>
              </a:spcAft>
              <a:buSzPts val="1800"/>
              <a:buChar char="?"/>
              <a:defRPr/>
            </a:lvl4pPr>
            <a:lvl5pPr marL="2286000" lvl="4" indent="-342900" algn="l">
              <a:lnSpc>
                <a:spcPct val="100000"/>
              </a:lnSpc>
              <a:spcBef>
                <a:spcPts val="1000"/>
              </a:spcBef>
              <a:spcAft>
                <a:spcPts val="0"/>
              </a:spcAft>
              <a:buSzPts val="1800"/>
              <a:buChar char="?"/>
              <a:defRPr/>
            </a:lvl5pPr>
            <a:lvl6pPr marL="2743200" lvl="5" indent="-342900" algn="l">
              <a:lnSpc>
                <a:spcPct val="100000"/>
              </a:lnSpc>
              <a:spcBef>
                <a:spcPts val="1000"/>
              </a:spcBef>
              <a:spcAft>
                <a:spcPts val="0"/>
              </a:spcAft>
              <a:buSzPts val="1800"/>
              <a:buChar char="?"/>
              <a:defRPr/>
            </a:lvl6pPr>
            <a:lvl7pPr marL="3200400" lvl="6" indent="-342900" algn="l">
              <a:lnSpc>
                <a:spcPct val="100000"/>
              </a:lnSpc>
              <a:spcBef>
                <a:spcPts val="1000"/>
              </a:spcBef>
              <a:spcAft>
                <a:spcPts val="0"/>
              </a:spcAft>
              <a:buSzPts val="1800"/>
              <a:buChar char="?"/>
              <a:defRPr/>
            </a:lvl7pPr>
            <a:lvl8pPr marL="3657600" lvl="7" indent="-342900" algn="l">
              <a:lnSpc>
                <a:spcPct val="100000"/>
              </a:lnSpc>
              <a:spcBef>
                <a:spcPts val="1000"/>
              </a:spcBef>
              <a:spcAft>
                <a:spcPts val="0"/>
              </a:spcAft>
              <a:buSzPts val="1800"/>
              <a:buChar char="?"/>
              <a:defRPr/>
            </a:lvl8pPr>
            <a:lvl9pPr marL="4114800" lvl="8" indent="-342900" algn="l">
              <a:lnSpc>
                <a:spcPct val="100000"/>
              </a:lnSpc>
              <a:spcBef>
                <a:spcPts val="1000"/>
              </a:spcBef>
              <a:spcAft>
                <a:spcPts val="0"/>
              </a:spcAft>
              <a:buSzPts val="1800"/>
              <a:buChar char="?"/>
              <a:defRPr/>
            </a:lvl9pPr>
          </a:lstStyle>
          <a:p>
            <a:endParaRPr/>
          </a:p>
        </p:txBody>
      </p:sp>
      <p:sp>
        <p:nvSpPr>
          <p:cNvPr id="136" name="Google Shape;136;p55"/>
          <p:cNvSpPr txBox="1">
            <a:spLocks noGrp="1"/>
          </p:cNvSpPr>
          <p:nvPr>
            <p:ph type="dt" idx="10"/>
          </p:nvPr>
        </p:nvSpPr>
        <p:spPr>
          <a:xfrm>
            <a:off x="7772400" y="6135089"/>
            <a:ext cx="766380" cy="370171"/>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7" name="Google Shape;137;p55"/>
          <p:cNvSpPr txBox="1">
            <a:spLocks noGrp="1"/>
          </p:cNvSpPr>
          <p:nvPr>
            <p:ph type="ftr" idx="11"/>
          </p:nvPr>
        </p:nvSpPr>
        <p:spPr>
          <a:xfrm>
            <a:off x="1942415" y="6135809"/>
            <a:ext cx="5716488"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8" name="Google Shape;138;p55"/>
          <p:cNvSpPr/>
          <p:nvPr/>
        </p:nvSpPr>
        <p:spPr>
          <a:xfrm rot="10800000" flipH="1">
            <a:off x="58" y="4910660"/>
            <a:ext cx="1358356" cy="508005"/>
          </a:xfrm>
          <a:custGeom>
            <a:avLst/>
            <a:gdLst/>
            <a:ahLst/>
            <a:cxnLst/>
            <a:rect l="l" t="t" r="r" b="b"/>
            <a:pathLst>
              <a:path w="7908" h="10000" extrusionOk="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9" name="Google Shape;139;p55"/>
          <p:cNvSpPr txBox="1">
            <a:spLocks noGrp="1"/>
          </p:cNvSpPr>
          <p:nvPr>
            <p:ph type="sldNum" idx="12"/>
          </p:nvPr>
        </p:nvSpPr>
        <p:spPr>
          <a:xfrm>
            <a:off x="511228" y="4983088"/>
            <a:ext cx="58497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
        <p:nvSpPr>
          <p:cNvPr id="140" name="Google Shape;140;p55"/>
          <p:cNvSpPr txBox="1"/>
          <p:nvPr/>
        </p:nvSpPr>
        <p:spPr>
          <a:xfrm>
            <a:off x="1808316" y="648005"/>
            <a:ext cx="457319" cy="584776"/>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8000"/>
              <a:buFont typeface="Arial"/>
              <a:buNone/>
            </a:pPr>
            <a:r>
              <a:rPr lang="en-US" sz="8000" b="0" i="0" u="none" strike="noStrike" cap="none">
                <a:solidFill>
                  <a:schemeClr val="accent1"/>
                </a:solidFill>
                <a:latin typeface="Arial"/>
                <a:ea typeface="Arial"/>
                <a:cs typeface="Arial"/>
                <a:sym typeface="Arial"/>
              </a:rPr>
              <a:t>“</a:t>
            </a:r>
            <a:endParaRPr sz="1400" b="0" i="0" u="none" strike="noStrike" cap="none">
              <a:solidFill>
                <a:srgbClr val="000000"/>
              </a:solidFill>
              <a:latin typeface="Arial"/>
              <a:ea typeface="Arial"/>
              <a:cs typeface="Arial"/>
              <a:sym typeface="Arial"/>
            </a:endParaRPr>
          </a:p>
        </p:txBody>
      </p:sp>
      <p:sp>
        <p:nvSpPr>
          <p:cNvPr id="141" name="Google Shape;141;p55"/>
          <p:cNvSpPr txBox="1"/>
          <p:nvPr/>
        </p:nvSpPr>
        <p:spPr>
          <a:xfrm>
            <a:off x="8169533" y="2905306"/>
            <a:ext cx="457319" cy="584776"/>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8000"/>
              <a:buFont typeface="Arial"/>
              <a:buNone/>
            </a:pPr>
            <a:r>
              <a:rPr lang="en-US" sz="8000" b="0" i="0" u="none" strike="noStrike" cap="none">
                <a:solidFill>
                  <a:schemeClr val="accent1"/>
                </a:solidFill>
                <a:latin typeface="Arial"/>
                <a:ea typeface="Arial"/>
                <a:cs typeface="Arial"/>
                <a:sym typeface="Arial"/>
              </a:rPr>
              <a:t>”</a:t>
            </a: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rue or False">
  <p:cSld name="True or False">
    <p:spTree>
      <p:nvGrpSpPr>
        <p:cNvPr id="1" name="Shape 142"/>
        <p:cNvGrpSpPr/>
        <p:nvPr/>
      </p:nvGrpSpPr>
      <p:grpSpPr>
        <a:xfrm>
          <a:off x="0" y="0"/>
          <a:ext cx="0" cy="0"/>
          <a:chOff x="0" y="0"/>
          <a:chExt cx="0" cy="0"/>
        </a:xfrm>
      </p:grpSpPr>
      <p:sp>
        <p:nvSpPr>
          <p:cNvPr id="143" name="Google Shape;143;p56"/>
          <p:cNvSpPr txBox="1">
            <a:spLocks noGrp="1"/>
          </p:cNvSpPr>
          <p:nvPr>
            <p:ph type="title"/>
          </p:nvPr>
        </p:nvSpPr>
        <p:spPr>
          <a:xfrm>
            <a:off x="1942416" y="627407"/>
            <a:ext cx="6591984" cy="2880020"/>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Clr>
                <a:srgbClr val="262626"/>
              </a:buClr>
              <a:buSzPts val="4800"/>
              <a:buFont typeface="Century Gothic"/>
              <a:buNone/>
              <a:defRPr sz="4800" b="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4" name="Google Shape;144;p56"/>
          <p:cNvSpPr txBox="1">
            <a:spLocks noGrp="1"/>
          </p:cNvSpPr>
          <p:nvPr>
            <p:ph type="body" idx="1"/>
          </p:nvPr>
        </p:nvSpPr>
        <p:spPr>
          <a:xfrm>
            <a:off x="1942415" y="4343400"/>
            <a:ext cx="6591985" cy="838200"/>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1000"/>
              </a:spcBef>
              <a:spcAft>
                <a:spcPts val="0"/>
              </a:spcAft>
              <a:buSzPts val="2400"/>
              <a:buFont typeface="Century Gothic"/>
              <a:buNone/>
              <a:defRPr sz="2400">
                <a:solidFill>
                  <a:schemeClr val="accent1"/>
                </a:solidFill>
              </a:defRPr>
            </a:lvl1pPr>
            <a:lvl2pPr marL="914400" lvl="1" indent="-228600" algn="l">
              <a:lnSpc>
                <a:spcPct val="100000"/>
              </a:lnSpc>
              <a:spcBef>
                <a:spcPts val="1000"/>
              </a:spcBef>
              <a:spcAft>
                <a:spcPts val="0"/>
              </a:spcAft>
              <a:buSzPts val="1600"/>
              <a:buFont typeface="Century Gothic"/>
              <a:buNone/>
              <a:defRPr/>
            </a:lvl2pPr>
            <a:lvl3pPr marL="1371600" lvl="2" indent="-228600" algn="l">
              <a:lnSpc>
                <a:spcPct val="100000"/>
              </a:lnSpc>
              <a:spcBef>
                <a:spcPts val="1000"/>
              </a:spcBef>
              <a:spcAft>
                <a:spcPts val="0"/>
              </a:spcAft>
              <a:buSzPts val="1400"/>
              <a:buFont typeface="Century Gothic"/>
              <a:buNone/>
              <a:defRPr/>
            </a:lvl3pPr>
            <a:lvl4pPr marL="1828800" lvl="3" indent="-228600" algn="l">
              <a:lnSpc>
                <a:spcPct val="100000"/>
              </a:lnSpc>
              <a:spcBef>
                <a:spcPts val="1000"/>
              </a:spcBef>
              <a:spcAft>
                <a:spcPts val="0"/>
              </a:spcAft>
              <a:buSzPts val="1200"/>
              <a:buFont typeface="Century Gothic"/>
              <a:buNone/>
              <a:defRPr/>
            </a:lvl4pPr>
            <a:lvl5pPr marL="2286000" lvl="4" indent="-228600" algn="l">
              <a:lnSpc>
                <a:spcPct val="100000"/>
              </a:lnSpc>
              <a:spcBef>
                <a:spcPts val="1000"/>
              </a:spcBef>
              <a:spcAft>
                <a:spcPts val="0"/>
              </a:spcAft>
              <a:buSzPts val="1200"/>
              <a:buFont typeface="Century Gothic"/>
              <a:buNone/>
              <a:defRPr/>
            </a:lvl5pPr>
            <a:lvl6pPr marL="2743200" lvl="5" indent="-342900" algn="l">
              <a:lnSpc>
                <a:spcPct val="100000"/>
              </a:lnSpc>
              <a:spcBef>
                <a:spcPts val="1000"/>
              </a:spcBef>
              <a:spcAft>
                <a:spcPts val="0"/>
              </a:spcAft>
              <a:buSzPts val="1800"/>
              <a:buChar char="?"/>
              <a:defRPr/>
            </a:lvl6pPr>
            <a:lvl7pPr marL="3200400" lvl="6" indent="-342900" algn="l">
              <a:lnSpc>
                <a:spcPct val="100000"/>
              </a:lnSpc>
              <a:spcBef>
                <a:spcPts val="1000"/>
              </a:spcBef>
              <a:spcAft>
                <a:spcPts val="0"/>
              </a:spcAft>
              <a:buSzPts val="1800"/>
              <a:buChar char="?"/>
              <a:defRPr/>
            </a:lvl7pPr>
            <a:lvl8pPr marL="3657600" lvl="7" indent="-342900" algn="l">
              <a:lnSpc>
                <a:spcPct val="100000"/>
              </a:lnSpc>
              <a:spcBef>
                <a:spcPts val="1000"/>
              </a:spcBef>
              <a:spcAft>
                <a:spcPts val="0"/>
              </a:spcAft>
              <a:buSzPts val="1800"/>
              <a:buChar char="?"/>
              <a:defRPr/>
            </a:lvl8pPr>
            <a:lvl9pPr marL="4114800" lvl="8" indent="-342900" algn="l">
              <a:lnSpc>
                <a:spcPct val="100000"/>
              </a:lnSpc>
              <a:spcBef>
                <a:spcPts val="1000"/>
              </a:spcBef>
              <a:spcAft>
                <a:spcPts val="0"/>
              </a:spcAft>
              <a:buSzPts val="1800"/>
              <a:buChar char="?"/>
              <a:defRPr/>
            </a:lvl9pPr>
          </a:lstStyle>
          <a:p>
            <a:endParaRPr/>
          </a:p>
        </p:txBody>
      </p:sp>
      <p:sp>
        <p:nvSpPr>
          <p:cNvPr id="145" name="Google Shape;145;p56"/>
          <p:cNvSpPr txBox="1">
            <a:spLocks noGrp="1"/>
          </p:cNvSpPr>
          <p:nvPr>
            <p:ph type="body" idx="2"/>
          </p:nvPr>
        </p:nvSpPr>
        <p:spPr>
          <a:xfrm>
            <a:off x="1942415" y="5181600"/>
            <a:ext cx="6591985" cy="729622"/>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1000"/>
              </a:spcBef>
              <a:spcAft>
                <a:spcPts val="0"/>
              </a:spcAft>
              <a:buSzPts val="1800"/>
              <a:buNone/>
              <a:defRPr>
                <a:solidFill>
                  <a:srgbClr val="595959"/>
                </a:solidFill>
              </a:defRPr>
            </a:lvl1pPr>
            <a:lvl2pPr marL="914400" lvl="1" indent="-342900" algn="l">
              <a:lnSpc>
                <a:spcPct val="100000"/>
              </a:lnSpc>
              <a:spcBef>
                <a:spcPts val="1000"/>
              </a:spcBef>
              <a:spcAft>
                <a:spcPts val="0"/>
              </a:spcAft>
              <a:buSzPts val="1800"/>
              <a:buChar char="?"/>
              <a:defRPr/>
            </a:lvl2pPr>
            <a:lvl3pPr marL="1371600" lvl="2" indent="-342900" algn="l">
              <a:lnSpc>
                <a:spcPct val="100000"/>
              </a:lnSpc>
              <a:spcBef>
                <a:spcPts val="1000"/>
              </a:spcBef>
              <a:spcAft>
                <a:spcPts val="0"/>
              </a:spcAft>
              <a:buSzPts val="1800"/>
              <a:buChar char="?"/>
              <a:defRPr/>
            </a:lvl3pPr>
            <a:lvl4pPr marL="1828800" lvl="3" indent="-342900" algn="l">
              <a:lnSpc>
                <a:spcPct val="100000"/>
              </a:lnSpc>
              <a:spcBef>
                <a:spcPts val="1000"/>
              </a:spcBef>
              <a:spcAft>
                <a:spcPts val="0"/>
              </a:spcAft>
              <a:buSzPts val="1800"/>
              <a:buChar char="?"/>
              <a:defRPr/>
            </a:lvl4pPr>
            <a:lvl5pPr marL="2286000" lvl="4" indent="-342900" algn="l">
              <a:lnSpc>
                <a:spcPct val="100000"/>
              </a:lnSpc>
              <a:spcBef>
                <a:spcPts val="1000"/>
              </a:spcBef>
              <a:spcAft>
                <a:spcPts val="0"/>
              </a:spcAft>
              <a:buSzPts val="1800"/>
              <a:buChar char="?"/>
              <a:defRPr/>
            </a:lvl5pPr>
            <a:lvl6pPr marL="2743200" lvl="5" indent="-342900" algn="l">
              <a:lnSpc>
                <a:spcPct val="100000"/>
              </a:lnSpc>
              <a:spcBef>
                <a:spcPts val="1000"/>
              </a:spcBef>
              <a:spcAft>
                <a:spcPts val="0"/>
              </a:spcAft>
              <a:buSzPts val="1800"/>
              <a:buChar char="?"/>
              <a:defRPr/>
            </a:lvl6pPr>
            <a:lvl7pPr marL="3200400" lvl="6" indent="-342900" algn="l">
              <a:lnSpc>
                <a:spcPct val="100000"/>
              </a:lnSpc>
              <a:spcBef>
                <a:spcPts val="1000"/>
              </a:spcBef>
              <a:spcAft>
                <a:spcPts val="0"/>
              </a:spcAft>
              <a:buSzPts val="1800"/>
              <a:buChar char="?"/>
              <a:defRPr/>
            </a:lvl7pPr>
            <a:lvl8pPr marL="3657600" lvl="7" indent="-342900" algn="l">
              <a:lnSpc>
                <a:spcPct val="100000"/>
              </a:lnSpc>
              <a:spcBef>
                <a:spcPts val="1000"/>
              </a:spcBef>
              <a:spcAft>
                <a:spcPts val="0"/>
              </a:spcAft>
              <a:buSzPts val="1800"/>
              <a:buChar char="?"/>
              <a:defRPr/>
            </a:lvl8pPr>
            <a:lvl9pPr marL="4114800" lvl="8" indent="-342900" algn="l">
              <a:lnSpc>
                <a:spcPct val="100000"/>
              </a:lnSpc>
              <a:spcBef>
                <a:spcPts val="1000"/>
              </a:spcBef>
              <a:spcAft>
                <a:spcPts val="0"/>
              </a:spcAft>
              <a:buSzPts val="1800"/>
              <a:buChar char="?"/>
              <a:defRPr/>
            </a:lvl9pPr>
          </a:lstStyle>
          <a:p>
            <a:endParaRPr/>
          </a:p>
        </p:txBody>
      </p:sp>
      <p:sp>
        <p:nvSpPr>
          <p:cNvPr id="146" name="Google Shape;146;p56"/>
          <p:cNvSpPr txBox="1">
            <a:spLocks noGrp="1"/>
          </p:cNvSpPr>
          <p:nvPr>
            <p:ph type="dt" idx="10"/>
          </p:nvPr>
        </p:nvSpPr>
        <p:spPr>
          <a:xfrm>
            <a:off x="7772400" y="6135089"/>
            <a:ext cx="766380" cy="370171"/>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7" name="Google Shape;147;p56"/>
          <p:cNvSpPr txBox="1">
            <a:spLocks noGrp="1"/>
          </p:cNvSpPr>
          <p:nvPr>
            <p:ph type="ftr" idx="11"/>
          </p:nvPr>
        </p:nvSpPr>
        <p:spPr>
          <a:xfrm>
            <a:off x="1942415" y="6135809"/>
            <a:ext cx="5716488"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8" name="Google Shape;148;p56"/>
          <p:cNvSpPr/>
          <p:nvPr/>
        </p:nvSpPr>
        <p:spPr>
          <a:xfrm rot="10800000" flipH="1">
            <a:off x="58" y="4910660"/>
            <a:ext cx="1358356" cy="508005"/>
          </a:xfrm>
          <a:custGeom>
            <a:avLst/>
            <a:gdLst/>
            <a:ahLst/>
            <a:cxnLst/>
            <a:rect l="l" t="t" r="r" b="b"/>
            <a:pathLst>
              <a:path w="7908" h="10000" extrusionOk="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9" name="Google Shape;149;p56"/>
          <p:cNvSpPr txBox="1">
            <a:spLocks noGrp="1"/>
          </p:cNvSpPr>
          <p:nvPr>
            <p:ph type="sldNum" idx="12"/>
          </p:nvPr>
        </p:nvSpPr>
        <p:spPr>
          <a:xfrm>
            <a:off x="511228" y="4983088"/>
            <a:ext cx="58497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50"/>
        <p:cNvGrpSpPr/>
        <p:nvPr/>
      </p:nvGrpSpPr>
      <p:grpSpPr>
        <a:xfrm>
          <a:off x="0" y="0"/>
          <a:ext cx="0" cy="0"/>
          <a:chOff x="0" y="0"/>
          <a:chExt cx="0" cy="0"/>
        </a:xfrm>
      </p:grpSpPr>
      <p:sp>
        <p:nvSpPr>
          <p:cNvPr id="151" name="Google Shape;151;p57"/>
          <p:cNvSpPr txBox="1">
            <a:spLocks noGrp="1"/>
          </p:cNvSpPr>
          <p:nvPr>
            <p:ph type="title"/>
          </p:nvPr>
        </p:nvSpPr>
        <p:spPr>
          <a:xfrm>
            <a:off x="1945200" y="624110"/>
            <a:ext cx="6589200" cy="1280890"/>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rgbClr val="262626"/>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2" name="Google Shape;152;p57"/>
          <p:cNvSpPr txBox="1">
            <a:spLocks noGrp="1"/>
          </p:cNvSpPr>
          <p:nvPr>
            <p:ph type="body" idx="1"/>
          </p:nvPr>
        </p:nvSpPr>
        <p:spPr>
          <a:xfrm rot="5400000">
            <a:off x="3295307" y="780707"/>
            <a:ext cx="3886200" cy="6591985"/>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1000"/>
              </a:spcBef>
              <a:spcAft>
                <a:spcPts val="0"/>
              </a:spcAft>
              <a:buSzPts val="1800"/>
              <a:buChar char="?"/>
              <a:defRPr/>
            </a:lvl2pPr>
            <a:lvl3pPr marL="1371600" lvl="2" indent="-342900" algn="l">
              <a:lnSpc>
                <a:spcPct val="100000"/>
              </a:lnSpc>
              <a:spcBef>
                <a:spcPts val="1000"/>
              </a:spcBef>
              <a:spcAft>
                <a:spcPts val="0"/>
              </a:spcAft>
              <a:buSzPts val="1800"/>
              <a:buChar char="?"/>
              <a:defRPr/>
            </a:lvl3pPr>
            <a:lvl4pPr marL="1828800" lvl="3" indent="-342900" algn="l">
              <a:lnSpc>
                <a:spcPct val="100000"/>
              </a:lnSpc>
              <a:spcBef>
                <a:spcPts val="1000"/>
              </a:spcBef>
              <a:spcAft>
                <a:spcPts val="0"/>
              </a:spcAft>
              <a:buSzPts val="1800"/>
              <a:buChar char="?"/>
              <a:defRPr/>
            </a:lvl4pPr>
            <a:lvl5pPr marL="2286000" lvl="4" indent="-342900" algn="l">
              <a:lnSpc>
                <a:spcPct val="100000"/>
              </a:lnSpc>
              <a:spcBef>
                <a:spcPts val="1000"/>
              </a:spcBef>
              <a:spcAft>
                <a:spcPts val="0"/>
              </a:spcAft>
              <a:buSzPts val="1800"/>
              <a:buChar char="?"/>
              <a:defRPr/>
            </a:lvl5pPr>
            <a:lvl6pPr marL="2743200" lvl="5" indent="-342900" algn="l">
              <a:lnSpc>
                <a:spcPct val="100000"/>
              </a:lnSpc>
              <a:spcBef>
                <a:spcPts val="1000"/>
              </a:spcBef>
              <a:spcAft>
                <a:spcPts val="0"/>
              </a:spcAft>
              <a:buSzPts val="1800"/>
              <a:buChar char="?"/>
              <a:defRPr/>
            </a:lvl6pPr>
            <a:lvl7pPr marL="3200400" lvl="6" indent="-342900" algn="l">
              <a:lnSpc>
                <a:spcPct val="100000"/>
              </a:lnSpc>
              <a:spcBef>
                <a:spcPts val="1000"/>
              </a:spcBef>
              <a:spcAft>
                <a:spcPts val="0"/>
              </a:spcAft>
              <a:buSzPts val="1800"/>
              <a:buChar char="?"/>
              <a:defRPr/>
            </a:lvl7pPr>
            <a:lvl8pPr marL="3657600" lvl="7" indent="-342900" algn="l">
              <a:lnSpc>
                <a:spcPct val="100000"/>
              </a:lnSpc>
              <a:spcBef>
                <a:spcPts val="1000"/>
              </a:spcBef>
              <a:spcAft>
                <a:spcPts val="0"/>
              </a:spcAft>
              <a:buSzPts val="1800"/>
              <a:buChar char="?"/>
              <a:defRPr/>
            </a:lvl8pPr>
            <a:lvl9pPr marL="4114800" lvl="8" indent="-342900" algn="l">
              <a:lnSpc>
                <a:spcPct val="100000"/>
              </a:lnSpc>
              <a:spcBef>
                <a:spcPts val="1000"/>
              </a:spcBef>
              <a:spcAft>
                <a:spcPts val="0"/>
              </a:spcAft>
              <a:buSzPts val="1800"/>
              <a:buChar char="?"/>
              <a:defRPr/>
            </a:lvl9pPr>
          </a:lstStyle>
          <a:p>
            <a:endParaRPr/>
          </a:p>
        </p:txBody>
      </p:sp>
      <p:sp>
        <p:nvSpPr>
          <p:cNvPr id="153" name="Google Shape;153;p57"/>
          <p:cNvSpPr txBox="1">
            <a:spLocks noGrp="1"/>
          </p:cNvSpPr>
          <p:nvPr>
            <p:ph type="dt" idx="10"/>
          </p:nvPr>
        </p:nvSpPr>
        <p:spPr>
          <a:xfrm>
            <a:off x="7772400" y="6135089"/>
            <a:ext cx="766380" cy="370171"/>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4" name="Google Shape;154;p57"/>
          <p:cNvSpPr txBox="1">
            <a:spLocks noGrp="1"/>
          </p:cNvSpPr>
          <p:nvPr>
            <p:ph type="ftr" idx="11"/>
          </p:nvPr>
        </p:nvSpPr>
        <p:spPr>
          <a:xfrm>
            <a:off x="1942415" y="6135809"/>
            <a:ext cx="5716488"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5" name="Google Shape;155;p57"/>
          <p:cNvSpPr/>
          <p:nvPr/>
        </p:nvSpPr>
        <p:spPr>
          <a:xfrm rot="10800000" flipH="1">
            <a:off x="58" y="711194"/>
            <a:ext cx="1358356" cy="508005"/>
          </a:xfrm>
          <a:custGeom>
            <a:avLst/>
            <a:gdLst/>
            <a:ahLst/>
            <a:cxnLst/>
            <a:rect l="l" t="t" r="r" b="b"/>
            <a:pathLst>
              <a:path w="7908" h="10000" extrusionOk="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6" name="Google Shape;156;p57"/>
          <p:cNvSpPr txBox="1">
            <a:spLocks noGrp="1"/>
          </p:cNvSpPr>
          <p:nvPr>
            <p:ph type="sldNum" idx="12"/>
          </p:nvPr>
        </p:nvSpPr>
        <p:spPr>
          <a:xfrm>
            <a:off x="511228" y="787783"/>
            <a:ext cx="58497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57"/>
        <p:cNvGrpSpPr/>
        <p:nvPr/>
      </p:nvGrpSpPr>
      <p:grpSpPr>
        <a:xfrm>
          <a:off x="0" y="0"/>
          <a:ext cx="0" cy="0"/>
          <a:chOff x="0" y="0"/>
          <a:chExt cx="0" cy="0"/>
        </a:xfrm>
      </p:grpSpPr>
      <p:sp>
        <p:nvSpPr>
          <p:cNvPr id="158" name="Google Shape;158;p58"/>
          <p:cNvSpPr txBox="1">
            <a:spLocks noGrp="1"/>
          </p:cNvSpPr>
          <p:nvPr>
            <p:ph type="title"/>
          </p:nvPr>
        </p:nvSpPr>
        <p:spPr>
          <a:xfrm rot="5400000">
            <a:off x="5064693" y="2441248"/>
            <a:ext cx="5283817" cy="1656132"/>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Clr>
                <a:srgbClr val="262626"/>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9" name="Google Shape;159;p58"/>
          <p:cNvSpPr txBox="1">
            <a:spLocks noGrp="1"/>
          </p:cNvSpPr>
          <p:nvPr>
            <p:ph type="body" idx="1"/>
          </p:nvPr>
        </p:nvSpPr>
        <p:spPr>
          <a:xfrm rot="5400000">
            <a:off x="1658681" y="911140"/>
            <a:ext cx="5283817" cy="4716348"/>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1000"/>
              </a:spcBef>
              <a:spcAft>
                <a:spcPts val="0"/>
              </a:spcAft>
              <a:buSzPts val="1800"/>
              <a:buChar char="?"/>
              <a:defRPr/>
            </a:lvl2pPr>
            <a:lvl3pPr marL="1371600" lvl="2" indent="-342900" algn="l">
              <a:lnSpc>
                <a:spcPct val="100000"/>
              </a:lnSpc>
              <a:spcBef>
                <a:spcPts val="1000"/>
              </a:spcBef>
              <a:spcAft>
                <a:spcPts val="0"/>
              </a:spcAft>
              <a:buSzPts val="1800"/>
              <a:buChar char="?"/>
              <a:defRPr/>
            </a:lvl3pPr>
            <a:lvl4pPr marL="1828800" lvl="3" indent="-342900" algn="l">
              <a:lnSpc>
                <a:spcPct val="100000"/>
              </a:lnSpc>
              <a:spcBef>
                <a:spcPts val="1000"/>
              </a:spcBef>
              <a:spcAft>
                <a:spcPts val="0"/>
              </a:spcAft>
              <a:buSzPts val="1800"/>
              <a:buChar char="?"/>
              <a:defRPr/>
            </a:lvl4pPr>
            <a:lvl5pPr marL="2286000" lvl="4" indent="-342900" algn="l">
              <a:lnSpc>
                <a:spcPct val="100000"/>
              </a:lnSpc>
              <a:spcBef>
                <a:spcPts val="1000"/>
              </a:spcBef>
              <a:spcAft>
                <a:spcPts val="0"/>
              </a:spcAft>
              <a:buSzPts val="1800"/>
              <a:buChar char="?"/>
              <a:defRPr/>
            </a:lvl5pPr>
            <a:lvl6pPr marL="2743200" lvl="5" indent="-342900" algn="l">
              <a:lnSpc>
                <a:spcPct val="100000"/>
              </a:lnSpc>
              <a:spcBef>
                <a:spcPts val="1000"/>
              </a:spcBef>
              <a:spcAft>
                <a:spcPts val="0"/>
              </a:spcAft>
              <a:buSzPts val="1800"/>
              <a:buChar char="?"/>
              <a:defRPr/>
            </a:lvl6pPr>
            <a:lvl7pPr marL="3200400" lvl="6" indent="-342900" algn="l">
              <a:lnSpc>
                <a:spcPct val="100000"/>
              </a:lnSpc>
              <a:spcBef>
                <a:spcPts val="1000"/>
              </a:spcBef>
              <a:spcAft>
                <a:spcPts val="0"/>
              </a:spcAft>
              <a:buSzPts val="1800"/>
              <a:buChar char="?"/>
              <a:defRPr/>
            </a:lvl7pPr>
            <a:lvl8pPr marL="3657600" lvl="7" indent="-342900" algn="l">
              <a:lnSpc>
                <a:spcPct val="100000"/>
              </a:lnSpc>
              <a:spcBef>
                <a:spcPts val="1000"/>
              </a:spcBef>
              <a:spcAft>
                <a:spcPts val="0"/>
              </a:spcAft>
              <a:buSzPts val="1800"/>
              <a:buChar char="?"/>
              <a:defRPr/>
            </a:lvl8pPr>
            <a:lvl9pPr marL="4114800" lvl="8" indent="-342900" algn="l">
              <a:lnSpc>
                <a:spcPct val="100000"/>
              </a:lnSpc>
              <a:spcBef>
                <a:spcPts val="1000"/>
              </a:spcBef>
              <a:spcAft>
                <a:spcPts val="0"/>
              </a:spcAft>
              <a:buSzPts val="1800"/>
              <a:buChar char="?"/>
              <a:defRPr/>
            </a:lvl9pPr>
          </a:lstStyle>
          <a:p>
            <a:endParaRPr/>
          </a:p>
        </p:txBody>
      </p:sp>
      <p:sp>
        <p:nvSpPr>
          <p:cNvPr id="160" name="Google Shape;160;p58"/>
          <p:cNvSpPr txBox="1">
            <a:spLocks noGrp="1"/>
          </p:cNvSpPr>
          <p:nvPr>
            <p:ph type="dt" idx="10"/>
          </p:nvPr>
        </p:nvSpPr>
        <p:spPr>
          <a:xfrm>
            <a:off x="7772400" y="6135089"/>
            <a:ext cx="766380" cy="370171"/>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1" name="Google Shape;161;p58"/>
          <p:cNvSpPr txBox="1">
            <a:spLocks noGrp="1"/>
          </p:cNvSpPr>
          <p:nvPr>
            <p:ph type="ftr" idx="11"/>
          </p:nvPr>
        </p:nvSpPr>
        <p:spPr>
          <a:xfrm>
            <a:off x="1942415" y="6135809"/>
            <a:ext cx="5716488"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2" name="Google Shape;162;p58"/>
          <p:cNvSpPr/>
          <p:nvPr/>
        </p:nvSpPr>
        <p:spPr>
          <a:xfrm rot="10800000" flipH="1">
            <a:off x="58" y="711194"/>
            <a:ext cx="1358356" cy="508005"/>
          </a:xfrm>
          <a:custGeom>
            <a:avLst/>
            <a:gdLst/>
            <a:ahLst/>
            <a:cxnLst/>
            <a:rect l="l" t="t" r="r" b="b"/>
            <a:pathLst>
              <a:path w="7908" h="10000" extrusionOk="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3" name="Google Shape;163;p58"/>
          <p:cNvSpPr txBox="1">
            <a:spLocks noGrp="1"/>
          </p:cNvSpPr>
          <p:nvPr>
            <p:ph type="sldNum" idx="12"/>
          </p:nvPr>
        </p:nvSpPr>
        <p:spPr>
          <a:xfrm>
            <a:off x="511228" y="787783"/>
            <a:ext cx="58497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a:gsLst>
            <a:gs pos="0">
              <a:srgbClr val="FFFFFF"/>
            </a:gs>
            <a:gs pos="100000">
              <a:srgbClr val="E6E4C3"/>
            </a:gs>
          </a:gsLst>
          <a:path path="circle">
            <a:fillToRect r="100000" b="100000"/>
          </a:path>
          <a:tileRect l="-100000" t="-100000"/>
        </a:gradFill>
        <a:effectLst/>
      </p:bgPr>
    </p:bg>
    <p:spTree>
      <p:nvGrpSpPr>
        <p:cNvPr id="1" name="Shape 9"/>
        <p:cNvGrpSpPr/>
        <p:nvPr/>
      </p:nvGrpSpPr>
      <p:grpSpPr>
        <a:xfrm>
          <a:off x="0" y="0"/>
          <a:ext cx="0" cy="0"/>
          <a:chOff x="0" y="0"/>
          <a:chExt cx="0" cy="0"/>
        </a:xfrm>
      </p:grpSpPr>
      <p:grpSp>
        <p:nvGrpSpPr>
          <p:cNvPr id="10" name="Google Shape;10;p42"/>
          <p:cNvGrpSpPr/>
          <p:nvPr/>
        </p:nvGrpSpPr>
        <p:grpSpPr>
          <a:xfrm>
            <a:off x="1" y="228600"/>
            <a:ext cx="1981200" cy="6638628"/>
            <a:chOff x="2487613" y="285750"/>
            <a:chExt cx="2428875" cy="5654676"/>
          </a:xfrm>
        </p:grpSpPr>
        <p:sp>
          <p:nvSpPr>
            <p:cNvPr id="11" name="Google Shape;11;p42"/>
            <p:cNvSpPr/>
            <p:nvPr/>
          </p:nvSpPr>
          <p:spPr>
            <a:xfrm>
              <a:off x="2487613" y="2284413"/>
              <a:ext cx="85725" cy="533400"/>
            </a:xfrm>
            <a:custGeom>
              <a:avLst/>
              <a:gdLst/>
              <a:ahLst/>
              <a:cxnLst/>
              <a:rect l="l" t="t" r="r" b="b"/>
              <a:pathLst>
                <a:path w="22" h="136" extrusionOk="0">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dk2">
                <a:alpha val="2000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 name="Google Shape;12;p42"/>
            <p:cNvSpPr/>
            <p:nvPr/>
          </p:nvSpPr>
          <p:spPr>
            <a:xfrm>
              <a:off x="2597151" y="2779713"/>
              <a:ext cx="550863" cy="1978025"/>
            </a:xfrm>
            <a:custGeom>
              <a:avLst/>
              <a:gdLst/>
              <a:ahLst/>
              <a:cxnLst/>
              <a:rect l="l" t="t" r="r" b="b"/>
              <a:pathLst>
                <a:path w="140" h="504" extrusionOk="0">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dk2">
                <a:alpha val="2000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 name="Google Shape;13;p42"/>
            <p:cNvSpPr/>
            <p:nvPr/>
          </p:nvSpPr>
          <p:spPr>
            <a:xfrm>
              <a:off x="3175001" y="4730750"/>
              <a:ext cx="519113" cy="1209675"/>
            </a:xfrm>
            <a:custGeom>
              <a:avLst/>
              <a:gdLst/>
              <a:ahLst/>
              <a:cxnLst/>
              <a:rect l="l" t="t" r="r" b="b"/>
              <a:pathLst>
                <a:path w="132" h="308" extrusionOk="0">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dk2">
                <a:alpha val="2000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 name="Google Shape;14;p42"/>
            <p:cNvSpPr/>
            <p:nvPr/>
          </p:nvSpPr>
          <p:spPr>
            <a:xfrm>
              <a:off x="3305176" y="5630863"/>
              <a:ext cx="146050" cy="309563"/>
            </a:xfrm>
            <a:custGeom>
              <a:avLst/>
              <a:gdLst/>
              <a:ahLst/>
              <a:cxnLst/>
              <a:rect l="l" t="t" r="r" b="b"/>
              <a:pathLst>
                <a:path w="37" h="79" extrusionOk="0">
                  <a:moveTo>
                    <a:pt x="28" y="79"/>
                  </a:moveTo>
                  <a:cubicBezTo>
                    <a:pt x="37" y="79"/>
                    <a:pt x="37" y="79"/>
                    <a:pt x="37" y="79"/>
                  </a:cubicBezTo>
                  <a:cubicBezTo>
                    <a:pt x="24" y="53"/>
                    <a:pt x="12" y="27"/>
                    <a:pt x="0" y="0"/>
                  </a:cubicBezTo>
                  <a:cubicBezTo>
                    <a:pt x="8" y="27"/>
                    <a:pt x="17" y="53"/>
                    <a:pt x="28" y="79"/>
                  </a:cubicBezTo>
                  <a:close/>
                </a:path>
              </a:pathLst>
            </a:custGeom>
            <a:solidFill>
              <a:schemeClr val="dk2">
                <a:alpha val="2000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 name="Google Shape;15;p42"/>
            <p:cNvSpPr/>
            <p:nvPr/>
          </p:nvSpPr>
          <p:spPr>
            <a:xfrm>
              <a:off x="2573338" y="2817813"/>
              <a:ext cx="700088" cy="2835275"/>
            </a:xfrm>
            <a:custGeom>
              <a:avLst/>
              <a:gdLst/>
              <a:ahLst/>
              <a:cxnLst/>
              <a:rect l="l" t="t" r="r" b="b"/>
              <a:pathLst>
                <a:path w="178" h="722" extrusionOk="0">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dk2">
                <a:alpha val="2000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 name="Google Shape;16;p42"/>
            <p:cNvSpPr/>
            <p:nvPr/>
          </p:nvSpPr>
          <p:spPr>
            <a:xfrm>
              <a:off x="2506663" y="285750"/>
              <a:ext cx="90488" cy="2493963"/>
            </a:xfrm>
            <a:custGeom>
              <a:avLst/>
              <a:gdLst/>
              <a:ahLst/>
              <a:cxnLst/>
              <a:rect l="l" t="t" r="r" b="b"/>
              <a:pathLst>
                <a:path w="23" h="635" extrusionOk="0">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dk2">
                <a:alpha val="2000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 name="Google Shape;17;p42"/>
            <p:cNvSpPr/>
            <p:nvPr/>
          </p:nvSpPr>
          <p:spPr>
            <a:xfrm>
              <a:off x="2554288" y="2598738"/>
              <a:ext cx="66675" cy="420688"/>
            </a:xfrm>
            <a:custGeom>
              <a:avLst/>
              <a:gdLst/>
              <a:ahLst/>
              <a:cxnLst/>
              <a:rect l="l" t="t" r="r" b="b"/>
              <a:pathLst>
                <a:path w="17" h="107" extrusionOk="0">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dk2">
                <a:alpha val="2000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 name="Google Shape;18;p42"/>
            <p:cNvSpPr/>
            <p:nvPr/>
          </p:nvSpPr>
          <p:spPr>
            <a:xfrm>
              <a:off x="3143251" y="4757738"/>
              <a:ext cx="161925" cy="873125"/>
            </a:xfrm>
            <a:custGeom>
              <a:avLst/>
              <a:gdLst/>
              <a:ahLst/>
              <a:cxnLst/>
              <a:rect l="l" t="t" r="r" b="b"/>
              <a:pathLst>
                <a:path w="41" h="222" extrusionOk="0">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dk2">
                <a:alpha val="2000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42"/>
            <p:cNvSpPr/>
            <p:nvPr/>
          </p:nvSpPr>
          <p:spPr>
            <a:xfrm>
              <a:off x="3148013" y="1282700"/>
              <a:ext cx="1768475" cy="3448050"/>
            </a:xfrm>
            <a:custGeom>
              <a:avLst/>
              <a:gdLst/>
              <a:ahLst/>
              <a:cxnLst/>
              <a:rect l="l" t="t" r="r" b="b"/>
              <a:pathLst>
                <a:path w="450" h="878" extrusionOk="0">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dk2">
                <a:alpha val="2000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 name="Google Shape;20;p42"/>
            <p:cNvSpPr/>
            <p:nvPr/>
          </p:nvSpPr>
          <p:spPr>
            <a:xfrm>
              <a:off x="3273426" y="5653088"/>
              <a:ext cx="138113" cy="287338"/>
            </a:xfrm>
            <a:custGeom>
              <a:avLst/>
              <a:gdLst/>
              <a:ahLst/>
              <a:cxnLst/>
              <a:rect l="l" t="t" r="r" b="b"/>
              <a:pathLst>
                <a:path w="35" h="73" extrusionOk="0">
                  <a:moveTo>
                    <a:pt x="0" y="0"/>
                  </a:moveTo>
                  <a:cubicBezTo>
                    <a:pt x="7" y="24"/>
                    <a:pt x="16" y="49"/>
                    <a:pt x="26" y="73"/>
                  </a:cubicBezTo>
                  <a:cubicBezTo>
                    <a:pt x="35" y="73"/>
                    <a:pt x="35" y="73"/>
                    <a:pt x="35" y="73"/>
                  </a:cubicBezTo>
                  <a:cubicBezTo>
                    <a:pt x="23" y="49"/>
                    <a:pt x="11" y="24"/>
                    <a:pt x="0" y="0"/>
                  </a:cubicBezTo>
                  <a:close/>
                </a:path>
              </a:pathLst>
            </a:custGeom>
            <a:solidFill>
              <a:schemeClr val="dk2">
                <a:alpha val="2000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 name="Google Shape;21;p42"/>
            <p:cNvSpPr/>
            <p:nvPr/>
          </p:nvSpPr>
          <p:spPr>
            <a:xfrm>
              <a:off x="3143251" y="4656138"/>
              <a:ext cx="31750" cy="188913"/>
            </a:xfrm>
            <a:custGeom>
              <a:avLst/>
              <a:gdLst/>
              <a:ahLst/>
              <a:cxnLst/>
              <a:rect l="l" t="t" r="r" b="b"/>
              <a:pathLst>
                <a:path w="8" h="48" extrusionOk="0">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dk2">
                <a:alpha val="2000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 name="Google Shape;22;p42"/>
            <p:cNvSpPr/>
            <p:nvPr/>
          </p:nvSpPr>
          <p:spPr>
            <a:xfrm>
              <a:off x="3211513" y="5410200"/>
              <a:ext cx="203200" cy="530225"/>
            </a:xfrm>
            <a:custGeom>
              <a:avLst/>
              <a:gdLst/>
              <a:ahLst/>
              <a:cxnLst/>
              <a:rect l="l" t="t" r="r" b="b"/>
              <a:pathLst>
                <a:path w="52" h="135" extrusionOk="0">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dk2">
                <a:alpha val="2000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23" name="Google Shape;23;p42"/>
          <p:cNvGrpSpPr/>
          <p:nvPr/>
        </p:nvGrpSpPr>
        <p:grpSpPr>
          <a:xfrm>
            <a:off x="20421" y="204"/>
            <a:ext cx="1952272" cy="6853049"/>
            <a:chOff x="6627813" y="195650"/>
            <a:chExt cx="1952625" cy="5678101"/>
          </a:xfrm>
        </p:grpSpPr>
        <p:sp>
          <p:nvSpPr>
            <p:cNvPr id="24" name="Google Shape;24;p42"/>
            <p:cNvSpPr/>
            <p:nvPr/>
          </p:nvSpPr>
          <p:spPr>
            <a:xfrm>
              <a:off x="6627813" y="195650"/>
              <a:ext cx="409575" cy="3646488"/>
            </a:xfrm>
            <a:custGeom>
              <a:avLst/>
              <a:gdLst/>
              <a:ahLst/>
              <a:cxnLst/>
              <a:rect l="l" t="t" r="r" b="b"/>
              <a:pathLst>
                <a:path w="103" h="920" extrusionOk="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 name="Google Shape;25;p42"/>
            <p:cNvSpPr/>
            <p:nvPr/>
          </p:nvSpPr>
          <p:spPr>
            <a:xfrm>
              <a:off x="7061201" y="3771900"/>
              <a:ext cx="350838" cy="1309688"/>
            </a:xfrm>
            <a:custGeom>
              <a:avLst/>
              <a:gdLst/>
              <a:ahLst/>
              <a:cxnLst/>
              <a:rect l="l" t="t" r="r" b="b"/>
              <a:pathLst>
                <a:path w="88" h="330" extrusionOk="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 name="Google Shape;26;p42"/>
            <p:cNvSpPr/>
            <p:nvPr/>
          </p:nvSpPr>
          <p:spPr>
            <a:xfrm>
              <a:off x="7439026" y="5053013"/>
              <a:ext cx="357188" cy="820738"/>
            </a:xfrm>
            <a:custGeom>
              <a:avLst/>
              <a:gdLst/>
              <a:ahLst/>
              <a:cxnLst/>
              <a:rect l="l" t="t" r="r" b="b"/>
              <a:pathLst>
                <a:path w="90" h="207" extrusionOk="0">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 name="Google Shape;27;p42"/>
            <p:cNvSpPr/>
            <p:nvPr/>
          </p:nvSpPr>
          <p:spPr>
            <a:xfrm>
              <a:off x="7037388" y="3811588"/>
              <a:ext cx="457200" cy="1852613"/>
            </a:xfrm>
            <a:custGeom>
              <a:avLst/>
              <a:gdLst/>
              <a:ahLst/>
              <a:cxnLst/>
              <a:rect l="l" t="t" r="r" b="b"/>
              <a:pathLst>
                <a:path w="115" h="467" extrusionOk="0">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 name="Google Shape;28;p42"/>
            <p:cNvSpPr/>
            <p:nvPr/>
          </p:nvSpPr>
          <p:spPr>
            <a:xfrm>
              <a:off x="6992938" y="1263650"/>
              <a:ext cx="144463" cy="2508250"/>
            </a:xfrm>
            <a:custGeom>
              <a:avLst/>
              <a:gdLst/>
              <a:ahLst/>
              <a:cxnLst/>
              <a:rect l="l" t="t" r="r" b="b"/>
              <a:pathLst>
                <a:path w="36" h="633" extrusionOk="0">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 name="Google Shape;29;p42"/>
            <p:cNvSpPr/>
            <p:nvPr/>
          </p:nvSpPr>
          <p:spPr>
            <a:xfrm>
              <a:off x="7526338" y="5640388"/>
              <a:ext cx="111125" cy="233363"/>
            </a:xfrm>
            <a:custGeom>
              <a:avLst/>
              <a:gdLst/>
              <a:ahLst/>
              <a:cxnLst/>
              <a:rect l="l" t="t" r="r" b="b"/>
              <a:pathLst>
                <a:path w="28" h="59" extrusionOk="0">
                  <a:moveTo>
                    <a:pt x="22" y="59"/>
                  </a:moveTo>
                  <a:cubicBezTo>
                    <a:pt x="28" y="59"/>
                    <a:pt x="28" y="59"/>
                    <a:pt x="28" y="59"/>
                  </a:cubicBezTo>
                  <a:cubicBezTo>
                    <a:pt x="18" y="40"/>
                    <a:pt x="9" y="20"/>
                    <a:pt x="0" y="0"/>
                  </a:cubicBezTo>
                  <a:cubicBezTo>
                    <a:pt x="6" y="20"/>
                    <a:pt x="13" y="40"/>
                    <a:pt x="22" y="59"/>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 name="Google Shape;30;p42"/>
            <p:cNvSpPr/>
            <p:nvPr/>
          </p:nvSpPr>
          <p:spPr>
            <a:xfrm>
              <a:off x="7021513" y="3598863"/>
              <a:ext cx="68263" cy="423863"/>
            </a:xfrm>
            <a:custGeom>
              <a:avLst/>
              <a:gdLst/>
              <a:ahLst/>
              <a:cxnLst/>
              <a:rect l="l" t="t" r="r" b="b"/>
              <a:pathLst>
                <a:path w="17" h="107" extrusionOk="0">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 name="Google Shape;31;p42"/>
            <p:cNvSpPr/>
            <p:nvPr/>
          </p:nvSpPr>
          <p:spPr>
            <a:xfrm>
              <a:off x="7412038" y="2801938"/>
              <a:ext cx="1168400" cy="2251075"/>
            </a:xfrm>
            <a:custGeom>
              <a:avLst/>
              <a:gdLst/>
              <a:ahLst/>
              <a:cxnLst/>
              <a:rect l="l" t="t" r="r" b="b"/>
              <a:pathLst>
                <a:path w="294" h="568" extrusionOk="0">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 name="Google Shape;32;p42"/>
            <p:cNvSpPr/>
            <p:nvPr/>
          </p:nvSpPr>
          <p:spPr>
            <a:xfrm>
              <a:off x="7494588" y="5664200"/>
              <a:ext cx="100013" cy="209550"/>
            </a:xfrm>
            <a:custGeom>
              <a:avLst/>
              <a:gdLst/>
              <a:ahLst/>
              <a:cxnLst/>
              <a:rect l="l" t="t" r="r" b="b"/>
              <a:pathLst>
                <a:path w="25" h="53" extrusionOk="0">
                  <a:moveTo>
                    <a:pt x="0" y="0"/>
                  </a:moveTo>
                  <a:cubicBezTo>
                    <a:pt x="5" y="18"/>
                    <a:pt x="12" y="36"/>
                    <a:pt x="19" y="53"/>
                  </a:cubicBezTo>
                  <a:cubicBezTo>
                    <a:pt x="25" y="53"/>
                    <a:pt x="25" y="53"/>
                    <a:pt x="25" y="53"/>
                  </a:cubicBezTo>
                  <a:cubicBezTo>
                    <a:pt x="16" y="36"/>
                    <a:pt x="8" y="18"/>
                    <a:pt x="0"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 name="Google Shape;33;p42"/>
            <p:cNvSpPr/>
            <p:nvPr/>
          </p:nvSpPr>
          <p:spPr>
            <a:xfrm>
              <a:off x="7412038" y="5081588"/>
              <a:ext cx="114300" cy="558800"/>
            </a:xfrm>
            <a:custGeom>
              <a:avLst/>
              <a:gdLst/>
              <a:ahLst/>
              <a:cxnLst/>
              <a:rect l="l" t="t" r="r" b="b"/>
              <a:pathLst>
                <a:path w="29" h="141" extrusionOk="0">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 name="Google Shape;34;p42"/>
            <p:cNvSpPr/>
            <p:nvPr/>
          </p:nvSpPr>
          <p:spPr>
            <a:xfrm>
              <a:off x="7412038" y="4978400"/>
              <a:ext cx="31750" cy="188913"/>
            </a:xfrm>
            <a:custGeom>
              <a:avLst/>
              <a:gdLst/>
              <a:ahLst/>
              <a:cxnLst/>
              <a:rect l="l" t="t" r="r" b="b"/>
              <a:pathLst>
                <a:path w="8" h="48" extrusionOk="0">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 name="Google Shape;35;p42"/>
            <p:cNvSpPr/>
            <p:nvPr/>
          </p:nvSpPr>
          <p:spPr>
            <a:xfrm>
              <a:off x="7439026" y="5434013"/>
              <a:ext cx="174625" cy="439738"/>
            </a:xfrm>
            <a:custGeom>
              <a:avLst/>
              <a:gdLst/>
              <a:ahLst/>
              <a:cxnLst/>
              <a:rect l="l" t="t" r="r" b="b"/>
              <a:pathLst>
                <a:path w="44" h="111" extrusionOk="0">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36" name="Google Shape;36;p42"/>
          <p:cNvSpPr/>
          <p:nvPr/>
        </p:nvSpPr>
        <p:spPr>
          <a:xfrm>
            <a:off x="0" y="0"/>
            <a:ext cx="182880" cy="6858000"/>
          </a:xfrm>
          <a:prstGeom prst="rect">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42"/>
          <p:cNvSpPr txBox="1">
            <a:spLocks noGrp="1"/>
          </p:cNvSpPr>
          <p:nvPr>
            <p:ph type="title"/>
          </p:nvPr>
        </p:nvSpPr>
        <p:spPr>
          <a:xfrm>
            <a:off x="1945200" y="624110"/>
            <a:ext cx="6589200" cy="1280890"/>
          </a:xfrm>
          <a:prstGeom prst="rect">
            <a:avLst/>
          </a:prstGeom>
          <a:noFill/>
          <a:ln>
            <a:noFill/>
          </a:ln>
        </p:spPr>
        <p:txBody>
          <a:bodyPr spcFirstLastPara="1" wrap="square" lIns="91425" tIns="45700" rIns="91425" bIns="45700" anchor="t" anchorCtr="0">
            <a:normAutofit/>
          </a:bodyPr>
          <a:lstStyle>
            <a:lvl1pPr marR="0" lvl="0" algn="l" rtl="0">
              <a:lnSpc>
                <a:spcPct val="100000"/>
              </a:lnSpc>
              <a:spcBef>
                <a:spcPts val="0"/>
              </a:spcBef>
              <a:spcAft>
                <a:spcPts val="0"/>
              </a:spcAft>
              <a:buClr>
                <a:srgbClr val="262626"/>
              </a:buClr>
              <a:buSzPts val="3600"/>
              <a:buFont typeface="Century Gothic"/>
              <a:buNone/>
              <a:defRPr sz="3600" b="0" i="0" u="none" strike="noStrike" cap="none">
                <a:solidFill>
                  <a:srgbClr val="262626"/>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9pPr>
          </a:lstStyle>
          <a:p>
            <a:endParaRPr/>
          </a:p>
        </p:txBody>
      </p:sp>
      <p:sp>
        <p:nvSpPr>
          <p:cNvPr id="38" name="Google Shape;38;p42"/>
          <p:cNvSpPr txBox="1">
            <a:spLocks noGrp="1"/>
          </p:cNvSpPr>
          <p:nvPr>
            <p:ph type="body" idx="1"/>
          </p:nvPr>
        </p:nvSpPr>
        <p:spPr>
          <a:xfrm>
            <a:off x="1942415" y="2133600"/>
            <a:ext cx="6591985" cy="3886200"/>
          </a:xfrm>
          <a:prstGeom prst="rect">
            <a:avLst/>
          </a:prstGeom>
          <a:noFill/>
          <a:ln>
            <a:noFill/>
          </a:ln>
        </p:spPr>
        <p:txBody>
          <a:bodyPr spcFirstLastPara="1" wrap="square" lIns="91425" tIns="45700" rIns="91425" bIns="45700" anchor="t" anchorCtr="0">
            <a:normAutofit/>
          </a:bodyPr>
          <a:lstStyle>
            <a:lvl1pPr marL="457200" marR="0" lvl="0" indent="-342900" algn="l" rtl="0">
              <a:lnSpc>
                <a:spcPct val="100000"/>
              </a:lnSpc>
              <a:spcBef>
                <a:spcPts val="1000"/>
              </a:spcBef>
              <a:spcAft>
                <a:spcPts val="0"/>
              </a:spcAft>
              <a:buClr>
                <a:schemeClr val="accent1"/>
              </a:buClr>
              <a:buSzPts val="1800"/>
              <a:buFont typeface="Noto Sans Symbols"/>
              <a:buChar char="🠶"/>
              <a:defRPr sz="1800" b="0" i="0" u="none" strike="noStrike" cap="none">
                <a:solidFill>
                  <a:srgbClr val="3F3F3F"/>
                </a:solidFill>
                <a:latin typeface="Century Gothic"/>
                <a:ea typeface="Century Gothic"/>
                <a:cs typeface="Century Gothic"/>
                <a:sym typeface="Century Gothic"/>
              </a:defRPr>
            </a:lvl1pPr>
            <a:lvl2pPr marL="914400" marR="0" lvl="1" indent="-330200" algn="l" rtl="0">
              <a:lnSpc>
                <a:spcPct val="100000"/>
              </a:lnSpc>
              <a:spcBef>
                <a:spcPts val="1000"/>
              </a:spcBef>
              <a:spcAft>
                <a:spcPts val="0"/>
              </a:spcAft>
              <a:buClr>
                <a:schemeClr val="accent1"/>
              </a:buClr>
              <a:buSzPts val="1600"/>
              <a:buFont typeface="Noto Sans Symbols"/>
              <a:buChar char="🠶"/>
              <a:defRPr sz="1600" b="0" i="0" u="none" strike="noStrike" cap="none">
                <a:solidFill>
                  <a:srgbClr val="3F3F3F"/>
                </a:solidFill>
                <a:latin typeface="Century Gothic"/>
                <a:ea typeface="Century Gothic"/>
                <a:cs typeface="Century Gothic"/>
                <a:sym typeface="Century Gothic"/>
              </a:defRPr>
            </a:lvl2pPr>
            <a:lvl3pPr marL="1371600" marR="0" lvl="2" indent="-317500" algn="l" rtl="0">
              <a:lnSpc>
                <a:spcPct val="100000"/>
              </a:lnSpc>
              <a:spcBef>
                <a:spcPts val="1000"/>
              </a:spcBef>
              <a:spcAft>
                <a:spcPts val="0"/>
              </a:spcAft>
              <a:buClr>
                <a:schemeClr val="accent1"/>
              </a:buClr>
              <a:buSzPts val="1400"/>
              <a:buFont typeface="Noto Sans Symbols"/>
              <a:buChar char="🠶"/>
              <a:defRPr sz="1400" b="0" i="0" u="none" strike="noStrike" cap="none">
                <a:solidFill>
                  <a:srgbClr val="3F3F3F"/>
                </a:solidFill>
                <a:latin typeface="Century Gothic"/>
                <a:ea typeface="Century Gothic"/>
                <a:cs typeface="Century Gothic"/>
                <a:sym typeface="Century Gothic"/>
              </a:defRPr>
            </a:lvl3pPr>
            <a:lvl4pPr marL="1828800" marR="0" lvl="3" indent="-304800" algn="l" rtl="0">
              <a:lnSpc>
                <a:spcPct val="100000"/>
              </a:lnSpc>
              <a:spcBef>
                <a:spcPts val="1000"/>
              </a:spcBef>
              <a:spcAft>
                <a:spcPts val="0"/>
              </a:spcAft>
              <a:buClr>
                <a:schemeClr val="accent1"/>
              </a:buClr>
              <a:buSzPts val="1200"/>
              <a:buFont typeface="Noto Sans Symbols"/>
              <a:buChar char="🠶"/>
              <a:defRPr sz="1200" b="0" i="0" u="none" strike="noStrike" cap="none">
                <a:solidFill>
                  <a:srgbClr val="3F3F3F"/>
                </a:solidFill>
                <a:latin typeface="Century Gothic"/>
                <a:ea typeface="Century Gothic"/>
                <a:cs typeface="Century Gothic"/>
                <a:sym typeface="Century Gothic"/>
              </a:defRPr>
            </a:lvl4pPr>
            <a:lvl5pPr marL="2286000" marR="0" lvl="4" indent="-304800" algn="l" rtl="0">
              <a:lnSpc>
                <a:spcPct val="100000"/>
              </a:lnSpc>
              <a:spcBef>
                <a:spcPts val="1000"/>
              </a:spcBef>
              <a:spcAft>
                <a:spcPts val="0"/>
              </a:spcAft>
              <a:buClr>
                <a:schemeClr val="accent1"/>
              </a:buClr>
              <a:buSzPts val="1200"/>
              <a:buFont typeface="Noto Sans Symbols"/>
              <a:buChar char="🠶"/>
              <a:defRPr sz="1200" b="0" i="0" u="none" strike="noStrike" cap="none">
                <a:solidFill>
                  <a:srgbClr val="3F3F3F"/>
                </a:solidFill>
                <a:latin typeface="Century Gothic"/>
                <a:ea typeface="Century Gothic"/>
                <a:cs typeface="Century Gothic"/>
                <a:sym typeface="Century Gothic"/>
              </a:defRPr>
            </a:lvl5pPr>
            <a:lvl6pPr marL="2743200" marR="0" lvl="5" indent="-304800" algn="l" rtl="0">
              <a:lnSpc>
                <a:spcPct val="100000"/>
              </a:lnSpc>
              <a:spcBef>
                <a:spcPts val="1000"/>
              </a:spcBef>
              <a:spcAft>
                <a:spcPts val="0"/>
              </a:spcAft>
              <a:buClr>
                <a:schemeClr val="accent1"/>
              </a:buClr>
              <a:buSzPts val="1200"/>
              <a:buFont typeface="Noto Sans Symbols"/>
              <a:buChar char="🠶"/>
              <a:defRPr sz="1200" b="0" i="0" u="none" strike="noStrike" cap="none">
                <a:solidFill>
                  <a:srgbClr val="3F3F3F"/>
                </a:solidFill>
                <a:latin typeface="Century Gothic"/>
                <a:ea typeface="Century Gothic"/>
                <a:cs typeface="Century Gothic"/>
                <a:sym typeface="Century Gothic"/>
              </a:defRPr>
            </a:lvl6pPr>
            <a:lvl7pPr marL="3200400" marR="0" lvl="6" indent="-304800" algn="l" rtl="0">
              <a:lnSpc>
                <a:spcPct val="100000"/>
              </a:lnSpc>
              <a:spcBef>
                <a:spcPts val="1000"/>
              </a:spcBef>
              <a:spcAft>
                <a:spcPts val="0"/>
              </a:spcAft>
              <a:buClr>
                <a:schemeClr val="accent1"/>
              </a:buClr>
              <a:buSzPts val="1200"/>
              <a:buFont typeface="Noto Sans Symbols"/>
              <a:buChar char="🠶"/>
              <a:defRPr sz="1200" b="0" i="0" u="none" strike="noStrike" cap="none">
                <a:solidFill>
                  <a:srgbClr val="3F3F3F"/>
                </a:solidFill>
                <a:latin typeface="Century Gothic"/>
                <a:ea typeface="Century Gothic"/>
                <a:cs typeface="Century Gothic"/>
                <a:sym typeface="Century Gothic"/>
              </a:defRPr>
            </a:lvl7pPr>
            <a:lvl8pPr marL="3657600" marR="0" lvl="7" indent="-304800" algn="l" rtl="0">
              <a:lnSpc>
                <a:spcPct val="100000"/>
              </a:lnSpc>
              <a:spcBef>
                <a:spcPts val="1000"/>
              </a:spcBef>
              <a:spcAft>
                <a:spcPts val="0"/>
              </a:spcAft>
              <a:buClr>
                <a:schemeClr val="accent1"/>
              </a:buClr>
              <a:buSzPts val="1200"/>
              <a:buFont typeface="Noto Sans Symbols"/>
              <a:buChar char="🠶"/>
              <a:defRPr sz="1200" b="0" i="0" u="none" strike="noStrike" cap="none">
                <a:solidFill>
                  <a:srgbClr val="3F3F3F"/>
                </a:solidFill>
                <a:latin typeface="Century Gothic"/>
                <a:ea typeface="Century Gothic"/>
                <a:cs typeface="Century Gothic"/>
                <a:sym typeface="Century Gothic"/>
              </a:defRPr>
            </a:lvl8pPr>
            <a:lvl9pPr marL="4114800" marR="0" lvl="8" indent="-304800" algn="l" rtl="0">
              <a:lnSpc>
                <a:spcPct val="100000"/>
              </a:lnSpc>
              <a:spcBef>
                <a:spcPts val="1000"/>
              </a:spcBef>
              <a:spcAft>
                <a:spcPts val="0"/>
              </a:spcAft>
              <a:buClr>
                <a:schemeClr val="accent1"/>
              </a:buClr>
              <a:buSzPts val="1200"/>
              <a:buFont typeface="Noto Sans Symbols"/>
              <a:buChar char="🠶"/>
              <a:defRPr sz="1200" b="0" i="0" u="none" strike="noStrike" cap="none">
                <a:solidFill>
                  <a:srgbClr val="3F3F3F"/>
                </a:solidFill>
                <a:latin typeface="Century Gothic"/>
                <a:ea typeface="Century Gothic"/>
                <a:cs typeface="Century Gothic"/>
                <a:sym typeface="Century Gothic"/>
              </a:defRPr>
            </a:lvl9pPr>
          </a:lstStyle>
          <a:p>
            <a:endParaRPr/>
          </a:p>
        </p:txBody>
      </p:sp>
      <p:sp>
        <p:nvSpPr>
          <p:cNvPr id="39" name="Google Shape;39;p42"/>
          <p:cNvSpPr txBox="1">
            <a:spLocks noGrp="1"/>
          </p:cNvSpPr>
          <p:nvPr>
            <p:ph type="dt" idx="10"/>
          </p:nvPr>
        </p:nvSpPr>
        <p:spPr>
          <a:xfrm>
            <a:off x="7772400" y="6135089"/>
            <a:ext cx="766380" cy="370171"/>
          </a:xfrm>
          <a:prstGeom prst="rect">
            <a:avLst/>
          </a:prstGeom>
          <a:noFill/>
          <a:ln>
            <a:noFill/>
          </a:ln>
        </p:spPr>
        <p:txBody>
          <a:bodyPr spcFirstLastPara="1" wrap="square" lIns="91425" tIns="45700" rIns="91425" bIns="45700" anchor="ctr" anchorCtr="0">
            <a:noAutofit/>
          </a:bodyPr>
          <a:lstStyle>
            <a:lvl1pPr marR="0" lvl="0" algn="r" rtl="0">
              <a:lnSpc>
                <a:spcPct val="100000"/>
              </a:lnSpc>
              <a:spcBef>
                <a:spcPts val="0"/>
              </a:spcBef>
              <a:spcAft>
                <a:spcPts val="0"/>
              </a:spcAft>
              <a:buClr>
                <a:srgbClr val="000000"/>
              </a:buClr>
              <a:buSzPts val="1400"/>
              <a:buFont typeface="Arial"/>
              <a:buNone/>
              <a:defRPr sz="900" b="0" i="0" u="none" strike="noStrike" cap="none">
                <a:solidFill>
                  <a:srgbClr val="888888"/>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entury Gothic"/>
                <a:ea typeface="Century Gothic"/>
                <a:cs typeface="Century Gothic"/>
                <a:sym typeface="Century Gothic"/>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entury Gothic"/>
                <a:ea typeface="Century Gothic"/>
                <a:cs typeface="Century Gothic"/>
                <a:sym typeface="Century Gothic"/>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entury Gothic"/>
                <a:ea typeface="Century Gothic"/>
                <a:cs typeface="Century Gothic"/>
                <a:sym typeface="Century Gothic"/>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entury Gothic"/>
                <a:ea typeface="Century Gothic"/>
                <a:cs typeface="Century Gothic"/>
                <a:sym typeface="Century Gothic"/>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entury Gothic"/>
                <a:ea typeface="Century Gothic"/>
                <a:cs typeface="Century Gothic"/>
                <a:sym typeface="Century Gothic"/>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entury Gothic"/>
                <a:ea typeface="Century Gothic"/>
                <a:cs typeface="Century Gothic"/>
                <a:sym typeface="Century Gothic"/>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entury Gothic"/>
                <a:ea typeface="Century Gothic"/>
                <a:cs typeface="Century Gothic"/>
                <a:sym typeface="Century Gothic"/>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entury Gothic"/>
                <a:ea typeface="Century Gothic"/>
                <a:cs typeface="Century Gothic"/>
                <a:sym typeface="Century Gothic"/>
              </a:defRPr>
            </a:lvl9pPr>
          </a:lstStyle>
          <a:p>
            <a:endParaRPr/>
          </a:p>
        </p:txBody>
      </p:sp>
      <p:sp>
        <p:nvSpPr>
          <p:cNvPr id="40" name="Google Shape;40;p42"/>
          <p:cNvSpPr txBox="1">
            <a:spLocks noGrp="1"/>
          </p:cNvSpPr>
          <p:nvPr>
            <p:ph type="ftr" idx="11"/>
          </p:nvPr>
        </p:nvSpPr>
        <p:spPr>
          <a:xfrm>
            <a:off x="1942415" y="6135809"/>
            <a:ext cx="5716488"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900" b="0" i="0" u="none" strike="noStrike" cap="none">
                <a:solidFill>
                  <a:srgbClr val="888888"/>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entury Gothic"/>
                <a:ea typeface="Century Gothic"/>
                <a:cs typeface="Century Gothic"/>
                <a:sym typeface="Century Gothic"/>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entury Gothic"/>
                <a:ea typeface="Century Gothic"/>
                <a:cs typeface="Century Gothic"/>
                <a:sym typeface="Century Gothic"/>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entury Gothic"/>
                <a:ea typeface="Century Gothic"/>
                <a:cs typeface="Century Gothic"/>
                <a:sym typeface="Century Gothic"/>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entury Gothic"/>
                <a:ea typeface="Century Gothic"/>
                <a:cs typeface="Century Gothic"/>
                <a:sym typeface="Century Gothic"/>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entury Gothic"/>
                <a:ea typeface="Century Gothic"/>
                <a:cs typeface="Century Gothic"/>
                <a:sym typeface="Century Gothic"/>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entury Gothic"/>
                <a:ea typeface="Century Gothic"/>
                <a:cs typeface="Century Gothic"/>
                <a:sym typeface="Century Gothic"/>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entury Gothic"/>
                <a:ea typeface="Century Gothic"/>
                <a:cs typeface="Century Gothic"/>
                <a:sym typeface="Century Gothic"/>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entury Gothic"/>
                <a:ea typeface="Century Gothic"/>
                <a:cs typeface="Century Gothic"/>
                <a:sym typeface="Century Gothic"/>
              </a:defRPr>
            </a:lvl9pPr>
          </a:lstStyle>
          <a:p>
            <a:endParaRPr/>
          </a:p>
        </p:txBody>
      </p:sp>
      <p:sp>
        <p:nvSpPr>
          <p:cNvPr id="41" name="Google Shape;41;p42"/>
          <p:cNvSpPr txBox="1">
            <a:spLocks noGrp="1"/>
          </p:cNvSpPr>
          <p:nvPr>
            <p:ph type="sldNum" idx="12"/>
          </p:nvPr>
        </p:nvSpPr>
        <p:spPr>
          <a:xfrm>
            <a:off x="511228" y="787783"/>
            <a:ext cx="584978"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1pPr>
            <a:lvl2pPr marL="0" marR="0" lvl="1" indent="0" algn="r" rtl="0">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2pPr>
            <a:lvl3pPr marL="0" marR="0" lvl="2" indent="0" algn="r" rtl="0">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3pPr>
            <a:lvl4pPr marL="0" marR="0" lvl="3" indent="0" algn="r" rtl="0">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4pPr>
            <a:lvl5pPr marL="0" marR="0" lvl="4" indent="0" algn="r" rtl="0">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5pPr>
            <a:lvl6pPr marL="0" marR="0" lvl="5" indent="0" algn="r" rtl="0">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6pPr>
            <a:lvl7pPr marL="0" marR="0" lvl="6" indent="0" algn="r" rtl="0">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7pPr>
            <a:lvl8pPr marL="0" marR="0" lvl="7" indent="0" algn="r" rtl="0">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8pPr>
            <a:lvl9pPr marL="0" marR="0" lvl="8" indent="0" algn="r" rtl="0">
              <a:lnSpc>
                <a:spcPct val="100000"/>
              </a:lnSpc>
              <a:spcBef>
                <a:spcPts val="0"/>
              </a:spcBef>
              <a:spcAft>
                <a:spcPts val="0"/>
              </a:spcAft>
              <a:buClr>
                <a:srgbClr val="000000"/>
              </a:buClr>
              <a:buSzPts val="2000"/>
              <a:buFont typeface="Arial"/>
              <a:buNone/>
              <a:defRPr sz="2000" b="0" i="0" u="none" strike="noStrike" cap="none">
                <a:solidFill>
                  <a:srgbClr val="FEFFFF"/>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danieladumulescu@psychology.ro"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4.gif"/><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8.gif"/><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hyperlink" Target="https://www.google.ro/search?biw=1366&amp;bih=667&amp;q=author+aldous+huxley&amp;stick=H4sIAAAAAAAAAOPgE-LQz9U3sDQ1KlBiB7Eysiu1ZLKTrfST8vOz9cuLMktKUvPiy_OLsq0SS0sy8osAM12phDMAAAA&amp;sa=X&amp;ved=0CJsBEJsTKAEwD2oVChMIwsTbjqvUyAIVSYgsCh0vbQOt" TargetMode="External"/><Relationship Id="rId7" Type="http://schemas.openxmlformats.org/officeDocument/2006/relationships/hyperlink" Target="https://www.youtube.com/watch?v=Sx67_okMkpA" TargetMode="External"/><Relationship Id="rId2" Type="http://schemas.openxmlformats.org/officeDocument/2006/relationships/notesSlide" Target="../notesSlides/notesSlide39.xml"/><Relationship Id="rId1" Type="http://schemas.openxmlformats.org/officeDocument/2006/relationships/slideLayout" Target="../slideLayouts/slideLayout2.xml"/><Relationship Id="rId6" Type="http://schemas.openxmlformats.org/officeDocument/2006/relationships/hyperlink" Target="https://www.verywellmind.com/introduction-to-research-methods-2795793" TargetMode="External"/><Relationship Id="rId5" Type="http://schemas.openxmlformats.org/officeDocument/2006/relationships/hyperlink" Target="https://www.bestdegreeprograms.org/lists/5-research-methods-used-in-psychology/#final-thoughts-on-psychology-research-methods" TargetMode="External"/><Relationship Id="rId4" Type="http://schemas.openxmlformats.org/officeDocument/2006/relationships/hyperlink" Target="https://www.simplypsychology.org/research-methods.htm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1"/>
          <p:cNvSpPr txBox="1">
            <a:spLocks noGrp="1"/>
          </p:cNvSpPr>
          <p:nvPr>
            <p:ph type="ctrTitle"/>
          </p:nvPr>
        </p:nvSpPr>
        <p:spPr>
          <a:xfrm>
            <a:off x="1907704" y="1412776"/>
            <a:ext cx="6600451" cy="2262781"/>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Clr>
                <a:srgbClr val="892C1C"/>
              </a:buClr>
              <a:buSzPts val="2800"/>
              <a:buFont typeface="Century Gothic"/>
              <a:buNone/>
            </a:pPr>
            <a:br>
              <a:rPr lang="en-US" sz="2800" b="1">
                <a:solidFill>
                  <a:srgbClr val="892C1C"/>
                </a:solidFill>
              </a:rPr>
            </a:br>
            <a:r>
              <a:rPr lang="en-US" sz="2800" b="1">
                <a:solidFill>
                  <a:srgbClr val="892C1C"/>
                </a:solidFill>
              </a:rPr>
              <a:t>Paradigmele din psihologie: </a:t>
            </a:r>
            <a:br>
              <a:rPr lang="en-US" sz="2800" b="1">
                <a:solidFill>
                  <a:srgbClr val="892C1C"/>
                </a:solidFill>
              </a:rPr>
            </a:br>
            <a:r>
              <a:rPr lang="en-US" sz="2800" b="1">
                <a:solidFill>
                  <a:srgbClr val="892C1C"/>
                </a:solidFill>
              </a:rPr>
              <a:t>abordări contemporane</a:t>
            </a:r>
            <a:endParaRPr/>
          </a:p>
        </p:txBody>
      </p:sp>
      <p:sp>
        <p:nvSpPr>
          <p:cNvPr id="170" name="Google Shape;170;p1"/>
          <p:cNvSpPr txBox="1"/>
          <p:nvPr/>
        </p:nvSpPr>
        <p:spPr>
          <a:xfrm>
            <a:off x="2771800" y="4783504"/>
            <a:ext cx="6215100" cy="1323600"/>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2000"/>
              <a:buFont typeface="Arial"/>
              <a:buNone/>
            </a:pPr>
            <a:r>
              <a:rPr lang="en-US" sz="2000" b="0" i="0" u="none" strike="noStrike" cap="none">
                <a:solidFill>
                  <a:srgbClr val="892C1C"/>
                </a:solidFill>
                <a:latin typeface="Century Gothic"/>
                <a:ea typeface="Century Gothic"/>
                <a:cs typeface="Century Gothic"/>
                <a:sym typeface="Century Gothic"/>
              </a:rPr>
              <a:t>Dr. Daniela Dumulescu</a:t>
            </a:r>
            <a:endParaRPr sz="2000" b="0" i="0" u="none" strike="noStrike" cap="none">
              <a:solidFill>
                <a:srgbClr val="892C1C"/>
              </a:solidFill>
              <a:latin typeface="Century Gothic"/>
              <a:ea typeface="Century Gothic"/>
              <a:cs typeface="Century Gothic"/>
              <a:sym typeface="Century Gothic"/>
            </a:endParaRPr>
          </a:p>
          <a:p>
            <a:pPr marL="0" marR="0" lvl="0" indent="0" algn="r" rtl="0">
              <a:lnSpc>
                <a:spcPct val="100000"/>
              </a:lnSpc>
              <a:spcBef>
                <a:spcPts val="0"/>
              </a:spcBef>
              <a:spcAft>
                <a:spcPts val="0"/>
              </a:spcAft>
              <a:buClr>
                <a:srgbClr val="000000"/>
              </a:buClr>
              <a:buSzPts val="2000"/>
              <a:buFont typeface="Arial"/>
              <a:buNone/>
            </a:pPr>
            <a:r>
              <a:rPr lang="en-US" sz="2000" b="0" i="0" u="sng" strike="noStrike" cap="none">
                <a:solidFill>
                  <a:srgbClr val="892C1C"/>
                </a:solidFill>
                <a:latin typeface="Century Gothic"/>
                <a:ea typeface="Century Gothic"/>
                <a:cs typeface="Century Gothic"/>
                <a:sym typeface="Century Gothic"/>
                <a:hlinkClick r:id="rId3">
                  <a:extLst>
                    <a:ext uri="{A12FA001-AC4F-418D-AE19-62706E023703}">
                      <ahyp:hlinkClr xmlns:ahyp="http://schemas.microsoft.com/office/drawing/2018/hyperlinkcolor" val="tx"/>
                    </a:ext>
                  </a:extLst>
                </a:hlinkClick>
              </a:rPr>
              <a:t>danieladumulescu@psychology.ro</a:t>
            </a:r>
            <a:endParaRPr sz="2000" b="0" i="0" u="none" strike="noStrike" cap="none">
              <a:solidFill>
                <a:srgbClr val="892C1C"/>
              </a:solidFill>
              <a:latin typeface="Century Gothic"/>
              <a:ea typeface="Century Gothic"/>
              <a:cs typeface="Century Gothic"/>
              <a:sym typeface="Century Gothic"/>
            </a:endParaRPr>
          </a:p>
          <a:p>
            <a:pPr marL="0" marR="0" lvl="0" indent="0" algn="r" rtl="0">
              <a:lnSpc>
                <a:spcPct val="100000"/>
              </a:lnSpc>
              <a:spcBef>
                <a:spcPts val="0"/>
              </a:spcBef>
              <a:spcAft>
                <a:spcPts val="0"/>
              </a:spcAft>
              <a:buClr>
                <a:srgbClr val="000000"/>
              </a:buClr>
              <a:buSzPts val="2000"/>
              <a:buFont typeface="Arial"/>
              <a:buNone/>
            </a:pPr>
            <a:endParaRPr sz="2000" b="0" i="0" u="none" strike="noStrike" cap="none">
              <a:solidFill>
                <a:srgbClr val="892C1C"/>
              </a:solidFill>
              <a:latin typeface="Century Gothic"/>
              <a:ea typeface="Century Gothic"/>
              <a:cs typeface="Century Gothic"/>
              <a:sym typeface="Century Gothic"/>
            </a:endParaRPr>
          </a:p>
          <a:p>
            <a:pPr marL="0" marR="0" lvl="0" indent="0" algn="r" rtl="0">
              <a:lnSpc>
                <a:spcPct val="100000"/>
              </a:lnSpc>
              <a:spcBef>
                <a:spcPts val="0"/>
              </a:spcBef>
              <a:spcAft>
                <a:spcPts val="0"/>
              </a:spcAft>
              <a:buClr>
                <a:srgbClr val="000000"/>
              </a:buClr>
              <a:buSzPts val="2000"/>
              <a:buFont typeface="Arial"/>
              <a:buNone/>
            </a:pPr>
            <a:endParaRPr sz="2000" b="0" i="0" u="none" strike="noStrike" cap="none">
              <a:solidFill>
                <a:srgbClr val="892C1C"/>
              </a:solidFill>
              <a:latin typeface="Century Gothic"/>
              <a:ea typeface="Century Gothic"/>
              <a:cs typeface="Century Gothic"/>
              <a:sym typeface="Century Gothic"/>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2"/>
          <p:cNvSpPr txBox="1">
            <a:spLocks noGrp="1"/>
          </p:cNvSpPr>
          <p:nvPr>
            <p:ph type="title"/>
          </p:nvPr>
        </p:nvSpPr>
        <p:spPr>
          <a:xfrm>
            <a:off x="1475656" y="548680"/>
            <a:ext cx="8229600" cy="106680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Clr>
                <a:srgbClr val="892C1C"/>
              </a:buClr>
              <a:buSzPts val="3600"/>
              <a:buFont typeface="Century Gothic"/>
              <a:buNone/>
            </a:pPr>
            <a:r>
              <a:rPr lang="en-US" sz="3600" b="1">
                <a:solidFill>
                  <a:srgbClr val="892C1C"/>
                </a:solidFill>
              </a:rPr>
              <a:t>Concepte-cheie</a:t>
            </a:r>
            <a:endParaRPr/>
          </a:p>
        </p:txBody>
      </p:sp>
      <p:sp>
        <p:nvSpPr>
          <p:cNvPr id="176" name="Google Shape;176;p2"/>
          <p:cNvSpPr txBox="1">
            <a:spLocks noGrp="1"/>
          </p:cNvSpPr>
          <p:nvPr>
            <p:ph type="body" idx="1"/>
          </p:nvPr>
        </p:nvSpPr>
        <p:spPr>
          <a:xfrm>
            <a:off x="2123728" y="1844824"/>
            <a:ext cx="6840760" cy="4729712"/>
          </a:xfrm>
          <a:prstGeom prst="rect">
            <a:avLst/>
          </a:prstGeom>
          <a:noFill/>
          <a:ln>
            <a:noFill/>
          </a:ln>
        </p:spPr>
        <p:txBody>
          <a:bodyPr spcFirstLastPara="1" wrap="square" lIns="91425" tIns="45700" rIns="91425" bIns="45700" anchor="t" anchorCtr="0">
            <a:normAutofit/>
          </a:bodyPr>
          <a:lstStyle/>
          <a:p>
            <a:pPr marL="624078" lvl="0" indent="-514350" algn="just" rtl="0">
              <a:lnSpc>
                <a:spcPct val="100000"/>
              </a:lnSpc>
              <a:spcBef>
                <a:spcPts val="0"/>
              </a:spcBef>
              <a:spcAft>
                <a:spcPts val="0"/>
              </a:spcAft>
              <a:buSzPts val="2400"/>
              <a:buNone/>
            </a:pPr>
            <a:r>
              <a:rPr lang="en-US" sz="2400">
                <a:solidFill>
                  <a:srgbClr val="892C1C"/>
                </a:solidFill>
                <a:latin typeface="Calibri"/>
                <a:ea typeface="Calibri"/>
                <a:cs typeface="Calibri"/>
                <a:sym typeface="Calibri"/>
              </a:rPr>
              <a:t>1. </a:t>
            </a:r>
            <a:r>
              <a:rPr lang="en-US" sz="2400" i="1">
                <a:solidFill>
                  <a:srgbClr val="892C1C"/>
                </a:solidFill>
                <a:latin typeface="Calibri"/>
                <a:ea typeface="Calibri"/>
                <a:cs typeface="Calibri"/>
                <a:sym typeface="Calibri"/>
              </a:rPr>
              <a:t>Paradigmă</a:t>
            </a:r>
            <a:endParaRPr/>
          </a:p>
          <a:p>
            <a:pPr marL="624078" lvl="0" indent="-514350" algn="just" rtl="0">
              <a:lnSpc>
                <a:spcPct val="100000"/>
              </a:lnSpc>
              <a:spcBef>
                <a:spcPts val="1000"/>
              </a:spcBef>
              <a:spcAft>
                <a:spcPts val="0"/>
              </a:spcAft>
              <a:buSzPts val="2400"/>
              <a:buNone/>
            </a:pPr>
            <a:r>
              <a:rPr lang="en-US" sz="2400" b="1">
                <a:solidFill>
                  <a:srgbClr val="892C1C"/>
                </a:solidFill>
                <a:latin typeface="Calibri"/>
                <a:ea typeface="Calibri"/>
                <a:cs typeface="Calibri"/>
                <a:sym typeface="Calibri"/>
              </a:rPr>
              <a:t>2. Paradigmele psihologiei contemporane:</a:t>
            </a:r>
            <a:endParaRPr/>
          </a:p>
          <a:p>
            <a:pPr marL="624078" lvl="0" indent="-514350" algn="l" rtl="0">
              <a:lnSpc>
                <a:spcPct val="100000"/>
              </a:lnSpc>
              <a:spcBef>
                <a:spcPts val="1000"/>
              </a:spcBef>
              <a:spcAft>
                <a:spcPts val="0"/>
              </a:spcAft>
              <a:buSzPts val="2400"/>
              <a:buChar char="?"/>
            </a:pPr>
            <a:r>
              <a:rPr lang="en-US" sz="2400">
                <a:solidFill>
                  <a:srgbClr val="892C1C"/>
                </a:solidFill>
                <a:latin typeface="Calibri"/>
                <a:ea typeface="Calibri"/>
                <a:cs typeface="Calibri"/>
                <a:sym typeface="Calibri"/>
              </a:rPr>
              <a:t>Biologică</a:t>
            </a:r>
            <a:endParaRPr/>
          </a:p>
          <a:p>
            <a:pPr marL="624078" lvl="0" indent="-514350" algn="l" rtl="0">
              <a:lnSpc>
                <a:spcPct val="100000"/>
              </a:lnSpc>
              <a:spcBef>
                <a:spcPts val="1000"/>
              </a:spcBef>
              <a:spcAft>
                <a:spcPts val="0"/>
              </a:spcAft>
              <a:buSzPts val="2400"/>
              <a:buChar char="?"/>
            </a:pPr>
            <a:r>
              <a:rPr lang="en-US" sz="2400">
                <a:solidFill>
                  <a:srgbClr val="892C1C"/>
                </a:solidFill>
                <a:latin typeface="Calibri"/>
                <a:ea typeface="Calibri"/>
                <a:cs typeface="Calibri"/>
                <a:sym typeface="Calibri"/>
              </a:rPr>
              <a:t>Psihanalitică - Psihodinamică</a:t>
            </a:r>
            <a:endParaRPr sz="2400">
              <a:solidFill>
                <a:srgbClr val="892C1C"/>
              </a:solidFill>
              <a:latin typeface="Calibri"/>
              <a:ea typeface="Calibri"/>
              <a:cs typeface="Calibri"/>
              <a:sym typeface="Calibri"/>
            </a:endParaRPr>
          </a:p>
          <a:p>
            <a:pPr marL="624078" lvl="0" indent="-514350" algn="l" rtl="0">
              <a:lnSpc>
                <a:spcPct val="100000"/>
              </a:lnSpc>
              <a:spcBef>
                <a:spcPts val="1000"/>
              </a:spcBef>
              <a:spcAft>
                <a:spcPts val="0"/>
              </a:spcAft>
              <a:buSzPts val="2400"/>
              <a:buChar char="?"/>
            </a:pPr>
            <a:r>
              <a:rPr lang="en-US" sz="2400">
                <a:solidFill>
                  <a:srgbClr val="892C1C"/>
                </a:solidFill>
                <a:latin typeface="Calibri"/>
                <a:ea typeface="Calibri"/>
                <a:cs typeface="Calibri"/>
                <a:sym typeface="Calibri"/>
              </a:rPr>
              <a:t>Behavioristă/Comportamentală</a:t>
            </a:r>
            <a:endParaRPr/>
          </a:p>
          <a:p>
            <a:pPr marL="624078" lvl="0" indent="-514350" algn="l" rtl="0">
              <a:lnSpc>
                <a:spcPct val="100000"/>
              </a:lnSpc>
              <a:spcBef>
                <a:spcPts val="1000"/>
              </a:spcBef>
              <a:spcAft>
                <a:spcPts val="0"/>
              </a:spcAft>
              <a:buSzPts val="2400"/>
              <a:buChar char="?"/>
            </a:pPr>
            <a:r>
              <a:rPr lang="en-US" sz="2400">
                <a:solidFill>
                  <a:srgbClr val="892C1C"/>
                </a:solidFill>
                <a:latin typeface="Calibri"/>
                <a:ea typeface="Calibri"/>
                <a:cs typeface="Calibri"/>
                <a:sym typeface="Calibri"/>
              </a:rPr>
              <a:t>Cognitivă</a:t>
            </a:r>
            <a:endParaRPr/>
          </a:p>
          <a:p>
            <a:pPr marL="624078" lvl="0" indent="-514350" algn="l" rtl="0">
              <a:lnSpc>
                <a:spcPct val="100000"/>
              </a:lnSpc>
              <a:spcBef>
                <a:spcPts val="1000"/>
              </a:spcBef>
              <a:spcAft>
                <a:spcPts val="0"/>
              </a:spcAft>
              <a:buSzPts val="2400"/>
              <a:buChar char="?"/>
            </a:pPr>
            <a:r>
              <a:rPr lang="en-US" sz="2400">
                <a:solidFill>
                  <a:srgbClr val="892C1C"/>
                </a:solidFill>
                <a:latin typeface="Calibri"/>
                <a:ea typeface="Calibri"/>
                <a:cs typeface="Calibri"/>
                <a:sym typeface="Calibri"/>
              </a:rPr>
              <a:t>Umanistă</a:t>
            </a:r>
            <a:endParaRPr/>
          </a:p>
          <a:p>
            <a:pPr marL="624078" lvl="0" indent="-361950" algn="ctr" rtl="0">
              <a:lnSpc>
                <a:spcPct val="100000"/>
              </a:lnSpc>
              <a:spcBef>
                <a:spcPts val="1000"/>
              </a:spcBef>
              <a:spcAft>
                <a:spcPts val="0"/>
              </a:spcAft>
              <a:buSzPts val="2400"/>
              <a:buFont typeface="Noto Sans Symbols"/>
              <a:buNone/>
            </a:pPr>
            <a:endParaRPr sz="2400">
              <a:solidFill>
                <a:srgbClr val="892C1C"/>
              </a:solidFill>
              <a:latin typeface="Calibri"/>
              <a:ea typeface="Calibri"/>
              <a:cs typeface="Calibri"/>
              <a:sym typeface="Calibri"/>
            </a:endParaRPr>
          </a:p>
        </p:txBody>
      </p:sp>
      <p:pic>
        <p:nvPicPr>
          <p:cNvPr id="177" name="Google Shape;177;p2" descr="1254310253P7ziI2.jpg"/>
          <p:cNvPicPr preferRelativeResize="0"/>
          <p:nvPr/>
        </p:nvPicPr>
        <p:blipFill rotWithShape="1">
          <a:blip r:embed="rId3">
            <a:alphaModFix/>
          </a:blip>
          <a:srcRect/>
          <a:stretch/>
        </p:blipFill>
        <p:spPr>
          <a:xfrm>
            <a:off x="179512" y="4869160"/>
            <a:ext cx="1944216" cy="1773794"/>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p3"/>
          <p:cNvSpPr txBox="1">
            <a:spLocks noGrp="1"/>
          </p:cNvSpPr>
          <p:nvPr>
            <p:ph type="title"/>
          </p:nvPr>
        </p:nvSpPr>
        <p:spPr>
          <a:xfrm>
            <a:off x="395536" y="908720"/>
            <a:ext cx="8229600" cy="1066800"/>
          </a:xfrm>
          <a:prstGeom prst="rect">
            <a:avLst/>
          </a:prstGeom>
          <a:noFill/>
          <a:ln>
            <a:noFill/>
          </a:ln>
        </p:spPr>
        <p:txBody>
          <a:bodyPr spcFirstLastPara="1" wrap="square" lIns="91425" tIns="45700" rIns="91425" bIns="45700" anchor="t" anchorCtr="0">
            <a:normAutofit/>
          </a:bodyPr>
          <a:lstStyle/>
          <a:p>
            <a:pPr marL="0" lvl="0" indent="0" algn="ctr" rtl="0">
              <a:lnSpc>
                <a:spcPct val="100000"/>
              </a:lnSpc>
              <a:spcBef>
                <a:spcPts val="0"/>
              </a:spcBef>
              <a:spcAft>
                <a:spcPts val="0"/>
              </a:spcAft>
              <a:buClr>
                <a:srgbClr val="892C1C"/>
              </a:buClr>
              <a:buSzPts val="3600"/>
              <a:buFont typeface="Times New Roman"/>
              <a:buNone/>
            </a:pPr>
            <a:r>
              <a:rPr lang="en-US" b="1" i="1">
                <a:solidFill>
                  <a:srgbClr val="892C1C"/>
                </a:solidFill>
                <a:latin typeface="Times New Roman"/>
                <a:ea typeface="Times New Roman"/>
                <a:cs typeface="Times New Roman"/>
                <a:sym typeface="Times New Roman"/>
              </a:rPr>
              <a:t>Ce este o paradigmă?</a:t>
            </a:r>
            <a:endParaRPr>
              <a:latin typeface="Times New Roman"/>
              <a:ea typeface="Times New Roman"/>
              <a:cs typeface="Times New Roman"/>
              <a:sym typeface="Times New Roman"/>
            </a:endParaRPr>
          </a:p>
        </p:txBody>
      </p:sp>
      <p:sp>
        <p:nvSpPr>
          <p:cNvPr id="184" name="Google Shape;184;p3"/>
          <p:cNvSpPr txBox="1">
            <a:spLocks noGrp="1"/>
          </p:cNvSpPr>
          <p:nvPr>
            <p:ph type="body" idx="1"/>
          </p:nvPr>
        </p:nvSpPr>
        <p:spPr>
          <a:xfrm>
            <a:off x="1942415" y="2133600"/>
            <a:ext cx="6591985" cy="3777622"/>
          </a:xfrm>
          <a:prstGeom prst="rect">
            <a:avLst/>
          </a:prstGeom>
          <a:noFill/>
          <a:ln>
            <a:noFill/>
          </a:ln>
        </p:spPr>
        <p:txBody>
          <a:bodyPr spcFirstLastPara="1" wrap="square" lIns="91425" tIns="45700" rIns="91425" bIns="45700" anchor="t" anchorCtr="0">
            <a:normAutofit/>
          </a:bodyPr>
          <a:lstStyle/>
          <a:p>
            <a:pPr marL="342900" lvl="0" indent="-342900" algn="l" rtl="0">
              <a:lnSpc>
                <a:spcPct val="100000"/>
              </a:lnSpc>
              <a:spcBef>
                <a:spcPts val="0"/>
              </a:spcBef>
              <a:spcAft>
                <a:spcPts val="0"/>
              </a:spcAft>
              <a:buSzPts val="1800"/>
              <a:buNone/>
            </a:pPr>
            <a:endParaRPr b="1" i="1">
              <a:solidFill>
                <a:srgbClr val="892C1C"/>
              </a:solidFill>
            </a:endParaRPr>
          </a:p>
          <a:p>
            <a:pPr marL="342900" lvl="0" indent="-342900" algn="l" rtl="0">
              <a:lnSpc>
                <a:spcPct val="100000"/>
              </a:lnSpc>
              <a:spcBef>
                <a:spcPts val="1000"/>
              </a:spcBef>
              <a:spcAft>
                <a:spcPts val="0"/>
              </a:spcAft>
              <a:buSzPts val="1800"/>
              <a:buNone/>
            </a:pPr>
            <a:r>
              <a:rPr lang="en-US" b="1" i="1">
                <a:solidFill>
                  <a:srgbClr val="892C1C"/>
                </a:solidFill>
              </a:rPr>
              <a:t>			</a:t>
            </a:r>
            <a:endParaRPr/>
          </a:p>
          <a:p>
            <a:pPr marL="342900" lvl="0" indent="-342900" algn="l" rtl="0">
              <a:lnSpc>
                <a:spcPct val="100000"/>
              </a:lnSpc>
              <a:spcBef>
                <a:spcPts val="1000"/>
              </a:spcBef>
              <a:spcAft>
                <a:spcPts val="0"/>
              </a:spcAft>
              <a:buSzPts val="1800"/>
              <a:buNone/>
            </a:pPr>
            <a:endParaRPr b="1" i="1">
              <a:solidFill>
                <a:srgbClr val="892C1C"/>
              </a:solidFill>
            </a:endParaRPr>
          </a:p>
          <a:p>
            <a:pPr marL="342900" lvl="0" indent="-342900" algn="l" rtl="0">
              <a:lnSpc>
                <a:spcPct val="100000"/>
              </a:lnSpc>
              <a:spcBef>
                <a:spcPts val="1000"/>
              </a:spcBef>
              <a:spcAft>
                <a:spcPts val="0"/>
              </a:spcAft>
              <a:buSzPts val="1800"/>
              <a:buNone/>
            </a:pPr>
            <a:endParaRPr b="1" i="1">
              <a:solidFill>
                <a:srgbClr val="892C1C"/>
              </a:solidFill>
            </a:endParaRPr>
          </a:p>
        </p:txBody>
      </p:sp>
      <p:pic>
        <p:nvPicPr>
          <p:cNvPr id="185" name="Google Shape;185;p3" descr="Why Is It Important to Study Psychology?"/>
          <p:cNvPicPr preferRelativeResize="0"/>
          <p:nvPr/>
        </p:nvPicPr>
        <p:blipFill rotWithShape="1">
          <a:blip r:embed="rId3">
            <a:alphaModFix/>
          </a:blip>
          <a:srcRect/>
          <a:stretch/>
        </p:blipFill>
        <p:spPr>
          <a:xfrm>
            <a:off x="2123728" y="1916832"/>
            <a:ext cx="6083300" cy="45593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4"/>
          <p:cNvSpPr txBox="1">
            <a:spLocks noGrp="1"/>
          </p:cNvSpPr>
          <p:nvPr>
            <p:ph type="title"/>
          </p:nvPr>
        </p:nvSpPr>
        <p:spPr>
          <a:xfrm>
            <a:off x="395536" y="908720"/>
            <a:ext cx="8229600" cy="1066800"/>
          </a:xfrm>
          <a:prstGeom prst="rect">
            <a:avLst/>
          </a:prstGeom>
          <a:noFill/>
          <a:ln>
            <a:noFill/>
          </a:ln>
        </p:spPr>
        <p:txBody>
          <a:bodyPr spcFirstLastPara="1" wrap="square" lIns="91425" tIns="45700" rIns="91425" bIns="45700" anchor="t" anchorCtr="0">
            <a:normAutofit/>
          </a:bodyPr>
          <a:lstStyle/>
          <a:p>
            <a:pPr marL="0" lvl="0" indent="0" algn="ctr" rtl="0">
              <a:lnSpc>
                <a:spcPct val="100000"/>
              </a:lnSpc>
              <a:spcBef>
                <a:spcPts val="0"/>
              </a:spcBef>
              <a:spcAft>
                <a:spcPts val="0"/>
              </a:spcAft>
              <a:buClr>
                <a:srgbClr val="892C1C"/>
              </a:buClr>
              <a:buSzPts val="3600"/>
              <a:buFont typeface="Times New Roman"/>
              <a:buNone/>
            </a:pPr>
            <a:r>
              <a:rPr lang="en-US" b="1" i="1">
                <a:solidFill>
                  <a:srgbClr val="892C1C"/>
                </a:solidFill>
                <a:latin typeface="Times New Roman"/>
                <a:ea typeface="Times New Roman"/>
                <a:cs typeface="Times New Roman"/>
                <a:sym typeface="Times New Roman"/>
              </a:rPr>
              <a:t>Ce este o paradigmă?</a:t>
            </a:r>
            <a:endParaRPr>
              <a:latin typeface="Times New Roman"/>
              <a:ea typeface="Times New Roman"/>
              <a:cs typeface="Times New Roman"/>
              <a:sym typeface="Times New Roman"/>
            </a:endParaRPr>
          </a:p>
        </p:txBody>
      </p:sp>
      <p:sp>
        <p:nvSpPr>
          <p:cNvPr id="192" name="Google Shape;192;p4"/>
          <p:cNvSpPr txBox="1">
            <a:spLocks noGrp="1"/>
          </p:cNvSpPr>
          <p:nvPr>
            <p:ph type="body" idx="1"/>
          </p:nvPr>
        </p:nvSpPr>
        <p:spPr>
          <a:xfrm>
            <a:off x="1942415" y="2133600"/>
            <a:ext cx="6591985" cy="3777622"/>
          </a:xfrm>
          <a:prstGeom prst="rect">
            <a:avLst/>
          </a:prstGeom>
          <a:noFill/>
          <a:ln>
            <a:noFill/>
          </a:ln>
        </p:spPr>
        <p:txBody>
          <a:bodyPr spcFirstLastPara="1" wrap="square" lIns="91425" tIns="45700" rIns="91425" bIns="45700" anchor="t" anchorCtr="0">
            <a:normAutofit/>
          </a:bodyPr>
          <a:lstStyle/>
          <a:p>
            <a:pPr marL="342900" lvl="0" indent="-342900" algn="l" rtl="0">
              <a:lnSpc>
                <a:spcPct val="100000"/>
              </a:lnSpc>
              <a:spcBef>
                <a:spcPts val="0"/>
              </a:spcBef>
              <a:spcAft>
                <a:spcPts val="0"/>
              </a:spcAft>
              <a:buSzPts val="1800"/>
              <a:buNone/>
            </a:pPr>
            <a:endParaRPr b="1" i="1">
              <a:solidFill>
                <a:srgbClr val="892C1C"/>
              </a:solidFill>
            </a:endParaRPr>
          </a:p>
          <a:p>
            <a:pPr marL="342900" lvl="0" indent="-342900" algn="l" rtl="0">
              <a:lnSpc>
                <a:spcPct val="100000"/>
              </a:lnSpc>
              <a:spcBef>
                <a:spcPts val="1000"/>
              </a:spcBef>
              <a:spcAft>
                <a:spcPts val="0"/>
              </a:spcAft>
              <a:buSzPts val="1800"/>
              <a:buNone/>
            </a:pPr>
            <a:r>
              <a:rPr lang="en-US" b="1" i="1">
                <a:solidFill>
                  <a:srgbClr val="892C1C"/>
                </a:solidFill>
              </a:rPr>
              <a:t>			</a:t>
            </a:r>
            <a:endParaRPr/>
          </a:p>
          <a:p>
            <a:pPr marL="342900" lvl="0" indent="-342900" algn="l" rtl="0">
              <a:lnSpc>
                <a:spcPct val="100000"/>
              </a:lnSpc>
              <a:spcBef>
                <a:spcPts val="1000"/>
              </a:spcBef>
              <a:spcAft>
                <a:spcPts val="0"/>
              </a:spcAft>
              <a:buSzPts val="1800"/>
              <a:buNone/>
            </a:pPr>
            <a:endParaRPr b="1" i="1">
              <a:solidFill>
                <a:srgbClr val="892C1C"/>
              </a:solidFill>
            </a:endParaRPr>
          </a:p>
          <a:p>
            <a:pPr marL="342900" lvl="0" indent="-342900" algn="l" rtl="0">
              <a:lnSpc>
                <a:spcPct val="100000"/>
              </a:lnSpc>
              <a:spcBef>
                <a:spcPts val="1000"/>
              </a:spcBef>
              <a:spcAft>
                <a:spcPts val="0"/>
              </a:spcAft>
              <a:buSzPts val="1800"/>
              <a:buNone/>
            </a:pPr>
            <a:endParaRPr b="1" i="1">
              <a:solidFill>
                <a:srgbClr val="892C1C"/>
              </a:solidFill>
            </a:endParaRPr>
          </a:p>
        </p:txBody>
      </p:sp>
      <p:sp>
        <p:nvSpPr>
          <p:cNvPr id="193" name="Google Shape;193;p4"/>
          <p:cNvSpPr txBox="1"/>
          <p:nvPr/>
        </p:nvSpPr>
        <p:spPr>
          <a:xfrm>
            <a:off x="971600" y="1988840"/>
            <a:ext cx="7416824" cy="3737946"/>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Clr>
                <a:srgbClr val="000000"/>
              </a:buClr>
              <a:buSzPts val="2000"/>
              <a:buFont typeface="Arial"/>
              <a:buNone/>
            </a:pPr>
            <a:r>
              <a:rPr lang="en-US" sz="2000" b="1" i="0" u="none" strike="noStrike" cap="none">
                <a:solidFill>
                  <a:schemeClr val="dk1"/>
                </a:solidFill>
                <a:latin typeface="Calibri"/>
                <a:ea typeface="Calibri"/>
                <a:cs typeface="Calibri"/>
                <a:sym typeface="Calibri"/>
              </a:rPr>
              <a:t>Paradigma</a:t>
            </a:r>
            <a:r>
              <a:rPr lang="en-US" sz="2000" b="0" i="0" u="none" strike="noStrike" cap="none">
                <a:solidFill>
                  <a:schemeClr val="dk1"/>
                </a:solidFill>
                <a:latin typeface="Calibri"/>
                <a:ea typeface="Calibri"/>
                <a:cs typeface="Calibri"/>
                <a:sym typeface="Calibri"/>
              </a:rPr>
              <a:t> – indică un tipar sau model sau exemplu tipic care include teme culturale, viziuni asupra lumii, ideologii și perspective.</a:t>
            </a:r>
            <a:endParaRPr sz="1400" b="0" i="0" u="none" strike="noStrike" cap="none">
              <a:solidFill>
                <a:srgbClr val="000000"/>
              </a:solidFill>
              <a:latin typeface="Arial"/>
              <a:ea typeface="Arial"/>
              <a:cs typeface="Arial"/>
              <a:sym typeface="Arial"/>
            </a:endParaRPr>
          </a:p>
          <a:p>
            <a:pPr marL="0" marR="0" lvl="0" indent="0" algn="just" rtl="0">
              <a:lnSpc>
                <a:spcPct val="150000"/>
              </a:lnSpc>
              <a:spcBef>
                <a:spcPts val="0"/>
              </a:spcBef>
              <a:spcAft>
                <a:spcPts val="0"/>
              </a:spcAft>
              <a:buClr>
                <a:srgbClr val="000000"/>
              </a:buClr>
              <a:buSzPts val="2000"/>
              <a:buFont typeface="Arial"/>
              <a:buNone/>
            </a:pPr>
            <a:endParaRPr sz="2000" b="0" i="0" u="none" strike="noStrike" cap="none">
              <a:solidFill>
                <a:schemeClr val="dk1"/>
              </a:solidFill>
              <a:latin typeface="Calibri"/>
              <a:ea typeface="Calibri"/>
              <a:cs typeface="Calibri"/>
              <a:sym typeface="Calibri"/>
            </a:endParaRPr>
          </a:p>
          <a:p>
            <a:pPr marL="0" marR="0" lvl="0" indent="0" algn="just" rtl="0">
              <a:lnSpc>
                <a:spcPct val="150000"/>
              </a:lnSpc>
              <a:spcBef>
                <a:spcPts val="0"/>
              </a:spcBef>
              <a:spcAft>
                <a:spcPts val="0"/>
              </a:spcAft>
              <a:buClr>
                <a:srgbClr val="000000"/>
              </a:buClr>
              <a:buSzPts val="2000"/>
              <a:buFont typeface="Arial"/>
              <a:buNone/>
            </a:pPr>
            <a:r>
              <a:rPr lang="en-US" sz="2000" b="0" i="0" u="none" strike="noStrike" cap="none">
                <a:solidFill>
                  <a:schemeClr val="dk1"/>
                </a:solidFill>
                <a:latin typeface="Calibri"/>
                <a:ea typeface="Calibri"/>
                <a:cs typeface="Calibri"/>
                <a:sym typeface="Calibri"/>
              </a:rPr>
              <a:t>Este un cadru general sau perspective (puncte de vedere) care ne oferă modalități de a ne uita la lume.</a:t>
            </a:r>
            <a:endParaRPr sz="1400" b="0" i="0" u="none" strike="noStrike" cap="none">
              <a:solidFill>
                <a:srgbClr val="000000"/>
              </a:solidFill>
              <a:latin typeface="Arial"/>
              <a:ea typeface="Arial"/>
              <a:cs typeface="Arial"/>
              <a:sym typeface="Arial"/>
            </a:endParaRPr>
          </a:p>
          <a:p>
            <a:pPr marL="0" marR="0" lvl="0" indent="0" algn="just" rtl="0">
              <a:lnSpc>
                <a:spcPct val="150000"/>
              </a:lnSpc>
              <a:spcBef>
                <a:spcPts val="0"/>
              </a:spcBef>
              <a:spcAft>
                <a:spcPts val="0"/>
              </a:spcAft>
              <a:buClr>
                <a:srgbClr val="000000"/>
              </a:buClr>
              <a:buSzPts val="2000"/>
              <a:buFont typeface="Arial"/>
              <a:buNone/>
            </a:pPr>
            <a:r>
              <a:rPr lang="en-US" sz="2000" b="0" i="0" u="none" strike="noStrike" cap="none">
                <a:solidFill>
                  <a:schemeClr val="dk1"/>
                </a:solidFill>
                <a:latin typeface="Calibri"/>
                <a:ea typeface="Calibri"/>
                <a:cs typeface="Calibri"/>
                <a:sym typeface="Calibri"/>
              </a:rPr>
              <a:t>Este ancorată într-un set de asumpții despre natura realității.</a:t>
            </a:r>
            <a:endParaRPr sz="1400" b="0" i="0" u="none" strike="noStrike" cap="none">
              <a:solidFill>
                <a:srgbClr val="000000"/>
              </a:solidFill>
              <a:latin typeface="Arial"/>
              <a:ea typeface="Arial"/>
              <a:cs typeface="Arial"/>
              <a:sym typeface="Arial"/>
            </a:endParaRPr>
          </a:p>
          <a:p>
            <a:pPr marL="0" marR="0" lvl="0" indent="0" algn="just" rtl="0">
              <a:lnSpc>
                <a:spcPct val="150000"/>
              </a:lnSpc>
              <a:spcBef>
                <a:spcPts val="0"/>
              </a:spcBef>
              <a:spcAft>
                <a:spcPts val="0"/>
              </a:spcAft>
              <a:buClr>
                <a:srgbClr val="000000"/>
              </a:buClr>
              <a:buSzPts val="2000"/>
              <a:buFont typeface="Arial"/>
              <a:buNone/>
            </a:pPr>
            <a:endParaRPr sz="2000" b="0" i="0" u="none" strike="noStrike" cap="none">
              <a:solidFill>
                <a:schemeClr val="dk1"/>
              </a:solidFill>
              <a:latin typeface="Calibri"/>
              <a:ea typeface="Calibri"/>
              <a:cs typeface="Calibri"/>
              <a:sym typeface="Calibri"/>
            </a:endParaRPr>
          </a:p>
          <a:p>
            <a:pPr marL="0" marR="0" lvl="0" indent="0" algn="just" rtl="0">
              <a:lnSpc>
                <a:spcPct val="150000"/>
              </a:lnSpc>
              <a:spcBef>
                <a:spcPts val="0"/>
              </a:spcBef>
              <a:spcAft>
                <a:spcPts val="0"/>
              </a:spcAft>
              <a:buClr>
                <a:srgbClr val="000000"/>
              </a:buClr>
              <a:buSzPts val="2000"/>
              <a:buFont typeface="Arial"/>
              <a:buNone/>
            </a:pPr>
            <a:r>
              <a:rPr lang="en-US" sz="2000" b="0" i="0" u="none" strike="noStrike" cap="none">
                <a:solidFill>
                  <a:schemeClr val="dk1"/>
                </a:solidFill>
                <a:latin typeface="Calibri"/>
                <a:ea typeface="Calibri"/>
                <a:cs typeface="Calibri"/>
                <a:sym typeface="Calibri"/>
              </a:rPr>
              <a:t>(Babbie, 1998)</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8" name="Google Shape;198;p5"/>
          <p:cNvSpPr txBox="1">
            <a:spLocks noGrp="1"/>
          </p:cNvSpPr>
          <p:nvPr>
            <p:ph type="title"/>
          </p:nvPr>
        </p:nvSpPr>
        <p:spPr>
          <a:xfrm>
            <a:off x="1945201" y="624110"/>
            <a:ext cx="6589199" cy="128089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Clr>
                <a:srgbClr val="262626"/>
              </a:buClr>
              <a:buSzPts val="3600"/>
              <a:buFont typeface="Century Gothic"/>
              <a:buNone/>
            </a:pPr>
            <a:endParaRPr/>
          </a:p>
        </p:txBody>
      </p:sp>
      <p:sp>
        <p:nvSpPr>
          <p:cNvPr id="199" name="Google Shape;199;p5"/>
          <p:cNvSpPr txBox="1">
            <a:spLocks noGrp="1"/>
          </p:cNvSpPr>
          <p:nvPr>
            <p:ph type="body" idx="1"/>
          </p:nvPr>
        </p:nvSpPr>
        <p:spPr>
          <a:xfrm>
            <a:off x="1942415" y="2133600"/>
            <a:ext cx="6591985" cy="3777622"/>
          </a:xfrm>
          <a:prstGeom prst="rect">
            <a:avLst/>
          </a:prstGeom>
          <a:noFill/>
          <a:ln>
            <a:noFill/>
          </a:ln>
        </p:spPr>
        <p:txBody>
          <a:bodyPr spcFirstLastPara="1" wrap="square" lIns="91425" tIns="45700" rIns="91425" bIns="45700" anchor="t" anchorCtr="0">
            <a:normAutofit/>
          </a:bodyPr>
          <a:lstStyle/>
          <a:p>
            <a:pPr marL="342900" lvl="0" indent="-228600" algn="l" rtl="0">
              <a:lnSpc>
                <a:spcPct val="100000"/>
              </a:lnSpc>
              <a:spcBef>
                <a:spcPts val="0"/>
              </a:spcBef>
              <a:spcAft>
                <a:spcPts val="0"/>
              </a:spcAft>
              <a:buSzPts val="1800"/>
              <a:buNone/>
            </a:pPr>
            <a:endParaRPr/>
          </a:p>
        </p:txBody>
      </p:sp>
      <p:pic>
        <p:nvPicPr>
          <p:cNvPr id="200" name="Google Shape;200;p5" descr="7 Major Psychological Perspectives"/>
          <p:cNvPicPr preferRelativeResize="0"/>
          <p:nvPr/>
        </p:nvPicPr>
        <p:blipFill rotWithShape="1">
          <a:blip r:embed="rId3">
            <a:alphaModFix/>
          </a:blip>
          <a:srcRect/>
          <a:stretch/>
        </p:blipFill>
        <p:spPr>
          <a:xfrm>
            <a:off x="0" y="381000"/>
            <a:ext cx="9144000" cy="60960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p6"/>
          <p:cNvSpPr txBox="1">
            <a:spLocks noGrp="1"/>
          </p:cNvSpPr>
          <p:nvPr>
            <p:ph type="title"/>
          </p:nvPr>
        </p:nvSpPr>
        <p:spPr>
          <a:xfrm>
            <a:off x="1043608" y="3777622"/>
            <a:ext cx="6589199" cy="1868786"/>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rgbClr val="262626"/>
              </a:buClr>
              <a:buSzPts val="2000"/>
              <a:buFont typeface="Calibri"/>
              <a:buNone/>
            </a:pPr>
            <a:r>
              <a:rPr lang="en-US" sz="2000">
                <a:latin typeface="Calibri"/>
                <a:ea typeface="Calibri"/>
                <a:cs typeface="Calibri"/>
                <a:sym typeface="Calibri"/>
              </a:rPr>
              <a:t>Potrivit APA, toate sunt recunoscute.</a:t>
            </a:r>
            <a:br>
              <a:rPr lang="en-US" sz="2000">
                <a:latin typeface="Calibri"/>
                <a:ea typeface="Calibri"/>
                <a:cs typeface="Calibri"/>
                <a:sym typeface="Calibri"/>
              </a:rPr>
            </a:br>
            <a:br>
              <a:rPr lang="en-US" sz="2000">
                <a:latin typeface="Calibri"/>
                <a:ea typeface="Calibri"/>
                <a:cs typeface="Calibri"/>
                <a:sym typeface="Calibri"/>
              </a:rPr>
            </a:br>
            <a:r>
              <a:rPr lang="en-US" sz="2000">
                <a:latin typeface="Calibri"/>
                <a:ea typeface="Calibri"/>
                <a:cs typeface="Calibri"/>
                <a:sym typeface="Calibri"/>
              </a:rPr>
              <a:t>Perspectiva biologică și evoluționistă este inclusă în toate abordările contemporane.</a:t>
            </a:r>
            <a:br>
              <a:rPr lang="en-US" sz="2000">
                <a:latin typeface="Calibri"/>
                <a:ea typeface="Calibri"/>
                <a:cs typeface="Calibri"/>
                <a:sym typeface="Calibri"/>
              </a:rPr>
            </a:br>
            <a:br>
              <a:rPr lang="en-US" sz="2000">
                <a:latin typeface="Calibri"/>
                <a:ea typeface="Calibri"/>
                <a:cs typeface="Calibri"/>
                <a:sym typeface="Calibri"/>
              </a:rPr>
            </a:br>
            <a:r>
              <a:rPr lang="en-US" sz="2000">
                <a:latin typeface="Calibri"/>
                <a:ea typeface="Calibri"/>
                <a:cs typeface="Calibri"/>
                <a:sym typeface="Calibri"/>
              </a:rPr>
              <a:t>Perspectiva socio-culturală este de asemenea, inclusă în toate abordările contemporane.</a:t>
            </a:r>
            <a:br>
              <a:rPr lang="en-US" sz="2000">
                <a:latin typeface="Calibri"/>
                <a:ea typeface="Calibri"/>
                <a:cs typeface="Calibri"/>
                <a:sym typeface="Calibri"/>
              </a:rPr>
            </a:br>
            <a:br>
              <a:rPr lang="en-US" sz="2000">
                <a:latin typeface="Calibri"/>
                <a:ea typeface="Calibri"/>
                <a:cs typeface="Calibri"/>
                <a:sym typeface="Calibri"/>
              </a:rPr>
            </a:br>
            <a:r>
              <a:rPr lang="en-US" sz="2000" b="1">
                <a:solidFill>
                  <a:srgbClr val="892C1C"/>
                </a:solidFill>
                <a:latin typeface="Calibri"/>
                <a:ea typeface="Calibri"/>
                <a:cs typeface="Calibri"/>
                <a:sym typeface="Calibri"/>
              </a:rPr>
              <a:t>Paradigmele în psihologie sunt complementare.</a:t>
            </a:r>
            <a:endParaRPr sz="2000">
              <a:latin typeface="Calibri"/>
              <a:ea typeface="Calibri"/>
              <a:cs typeface="Calibri"/>
              <a:sym typeface="Calibri"/>
            </a:endParaRPr>
          </a:p>
        </p:txBody>
      </p:sp>
      <p:pic>
        <p:nvPicPr>
          <p:cNvPr id="206" name="Google Shape;206;p6" descr="AQA Psychology Approaches - FULL TOPIC - Year 1/2 | Teaching Resources"/>
          <p:cNvPicPr preferRelativeResize="0"/>
          <p:nvPr/>
        </p:nvPicPr>
        <p:blipFill rotWithShape="1">
          <a:blip r:embed="rId3">
            <a:alphaModFix/>
          </a:blip>
          <a:srcRect/>
          <a:stretch/>
        </p:blipFill>
        <p:spPr>
          <a:xfrm>
            <a:off x="4095543" y="0"/>
            <a:ext cx="5027362" cy="3777622"/>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sp>
        <p:nvSpPr>
          <p:cNvPr id="211" name="Google Shape;211;p7"/>
          <p:cNvSpPr txBox="1">
            <a:spLocks noGrp="1"/>
          </p:cNvSpPr>
          <p:nvPr>
            <p:ph type="title"/>
          </p:nvPr>
        </p:nvSpPr>
        <p:spPr>
          <a:xfrm>
            <a:off x="1403648" y="670082"/>
            <a:ext cx="8229600" cy="106680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Clr>
                <a:srgbClr val="892C1C"/>
              </a:buClr>
              <a:buSzPts val="3600"/>
              <a:buFont typeface="Century Gothic"/>
              <a:buNone/>
            </a:pPr>
            <a:r>
              <a:rPr lang="en-US" b="1">
                <a:solidFill>
                  <a:srgbClr val="892C1C"/>
                </a:solidFill>
              </a:rPr>
              <a:t>Paradigma Biologică – pe scurt</a:t>
            </a:r>
            <a:endParaRPr b="1">
              <a:solidFill>
                <a:srgbClr val="892C1C"/>
              </a:solidFill>
            </a:endParaRPr>
          </a:p>
        </p:txBody>
      </p:sp>
      <p:pic>
        <p:nvPicPr>
          <p:cNvPr id="212" name="Google Shape;212;p7" descr="proxy.duckduckgo.com.jpg"/>
          <p:cNvPicPr preferRelativeResize="0">
            <a:picLocks noGrp="1"/>
          </p:cNvPicPr>
          <p:nvPr>
            <p:ph type="body" idx="1"/>
          </p:nvPr>
        </p:nvPicPr>
        <p:blipFill rotWithShape="1">
          <a:blip r:embed="rId3">
            <a:alphaModFix/>
          </a:blip>
          <a:srcRect/>
          <a:stretch/>
        </p:blipFill>
        <p:spPr>
          <a:xfrm>
            <a:off x="1403648" y="1903512"/>
            <a:ext cx="7632848" cy="4284406"/>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sp>
        <p:nvSpPr>
          <p:cNvPr id="217" name="Google Shape;217;p8"/>
          <p:cNvSpPr txBox="1">
            <a:spLocks noGrp="1"/>
          </p:cNvSpPr>
          <p:nvPr>
            <p:ph type="title"/>
          </p:nvPr>
        </p:nvSpPr>
        <p:spPr>
          <a:xfrm>
            <a:off x="1403648" y="548680"/>
            <a:ext cx="8229600" cy="106680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Clr>
                <a:srgbClr val="892C1C"/>
              </a:buClr>
              <a:buSzPts val="3600"/>
              <a:buFont typeface="Century Gothic"/>
              <a:buNone/>
            </a:pPr>
            <a:r>
              <a:rPr lang="en-US" b="1">
                <a:solidFill>
                  <a:srgbClr val="892C1C"/>
                </a:solidFill>
              </a:rPr>
              <a:t>Paradigma Biologică</a:t>
            </a:r>
            <a:endParaRPr b="1">
              <a:solidFill>
                <a:srgbClr val="892C1C"/>
              </a:solidFill>
            </a:endParaRPr>
          </a:p>
        </p:txBody>
      </p:sp>
      <p:sp>
        <p:nvSpPr>
          <p:cNvPr id="218" name="Google Shape;218;p8"/>
          <p:cNvSpPr txBox="1">
            <a:spLocks noGrp="1"/>
          </p:cNvSpPr>
          <p:nvPr>
            <p:ph type="body" idx="1"/>
          </p:nvPr>
        </p:nvSpPr>
        <p:spPr>
          <a:xfrm>
            <a:off x="457200" y="1772816"/>
            <a:ext cx="8229600" cy="4801720"/>
          </a:xfrm>
          <a:prstGeom prst="rect">
            <a:avLst/>
          </a:prstGeom>
          <a:noFill/>
          <a:ln>
            <a:noFill/>
          </a:ln>
        </p:spPr>
        <p:txBody>
          <a:bodyPr spcFirstLastPara="1" wrap="square" lIns="91425" tIns="45700" rIns="91425" bIns="45700" anchor="t" anchorCtr="0">
            <a:normAutofit/>
          </a:bodyPr>
          <a:lstStyle/>
          <a:p>
            <a:pPr marL="342900" lvl="0" indent="-342900" algn="just" rtl="0">
              <a:lnSpc>
                <a:spcPct val="150000"/>
              </a:lnSpc>
              <a:spcBef>
                <a:spcPts val="0"/>
              </a:spcBef>
              <a:spcAft>
                <a:spcPts val="0"/>
              </a:spcAft>
              <a:buSzPts val="1800"/>
              <a:buChar char="?"/>
            </a:pPr>
            <a:r>
              <a:rPr lang="en-US" i="1">
                <a:latin typeface="Calibri"/>
                <a:ea typeface="Calibri"/>
                <a:cs typeface="Calibri"/>
                <a:sym typeface="Calibri"/>
              </a:rPr>
              <a:t>Factori determinanți ai comportamentului</a:t>
            </a:r>
            <a:r>
              <a:rPr lang="en-US">
                <a:latin typeface="Calibri"/>
                <a:ea typeface="Calibri"/>
                <a:cs typeface="Calibri"/>
                <a:sym typeface="Calibri"/>
              </a:rPr>
              <a:t>: biologici - neurotransmițǎtori, hormoni, gene; </a:t>
            </a:r>
            <a:endParaRPr/>
          </a:p>
          <a:p>
            <a:pPr marL="342900" lvl="0" indent="-342900" algn="just" rtl="0">
              <a:lnSpc>
                <a:spcPct val="150000"/>
              </a:lnSpc>
              <a:spcBef>
                <a:spcPts val="1000"/>
              </a:spcBef>
              <a:spcAft>
                <a:spcPts val="0"/>
              </a:spcAft>
              <a:buSzPts val="1800"/>
              <a:buChar char="?"/>
            </a:pPr>
            <a:r>
              <a:rPr lang="en-US">
                <a:latin typeface="Calibri"/>
                <a:ea typeface="Calibri"/>
                <a:cs typeface="Calibri"/>
                <a:sym typeface="Calibri"/>
              </a:rPr>
              <a:t>regiuni diferite ale creierului, reacții chimice diferite produse de creier.</a:t>
            </a:r>
            <a:endParaRPr/>
          </a:p>
          <a:p>
            <a:pPr marL="342900" lvl="0" indent="-228600" algn="just" rtl="0">
              <a:lnSpc>
                <a:spcPct val="150000"/>
              </a:lnSpc>
              <a:spcBef>
                <a:spcPts val="1000"/>
              </a:spcBef>
              <a:spcAft>
                <a:spcPts val="0"/>
              </a:spcAft>
              <a:buSzPts val="1800"/>
              <a:buNone/>
            </a:pPr>
            <a:endParaRPr>
              <a:latin typeface="Calibri"/>
              <a:ea typeface="Calibri"/>
              <a:cs typeface="Calibri"/>
              <a:sym typeface="Calibri"/>
            </a:endParaRPr>
          </a:p>
          <a:p>
            <a:pPr marL="342900" lvl="0" indent="-342900" algn="just" rtl="0">
              <a:lnSpc>
                <a:spcPct val="150000"/>
              </a:lnSpc>
              <a:spcBef>
                <a:spcPts val="1000"/>
              </a:spcBef>
              <a:spcAft>
                <a:spcPts val="0"/>
              </a:spcAft>
              <a:buSzPts val="1800"/>
              <a:buChar char="?"/>
            </a:pPr>
            <a:r>
              <a:rPr lang="en-US" i="1">
                <a:latin typeface="Calibri"/>
                <a:ea typeface="Calibri"/>
                <a:cs typeface="Calibri"/>
                <a:sym typeface="Calibri"/>
              </a:rPr>
              <a:t>Dezvoltarea personalității</a:t>
            </a:r>
            <a:r>
              <a:rPr lang="en-US">
                <a:latin typeface="Calibri"/>
                <a:ea typeface="Calibri"/>
                <a:cs typeface="Calibri"/>
                <a:sym typeface="Calibri"/>
              </a:rPr>
              <a:t>: procesele biologice determinǎ procesele mentale (percepția, memoria, rezolvarea de probleme), care vor determina comportamentul.</a:t>
            </a:r>
            <a:endParaRPr>
              <a:latin typeface="Calibri"/>
              <a:ea typeface="Calibri"/>
              <a:cs typeface="Calibri"/>
              <a:sym typeface="Calibri"/>
            </a:endParaRPr>
          </a:p>
          <a:p>
            <a:pPr marL="342900" lvl="0" indent="-228600" algn="just" rtl="0">
              <a:lnSpc>
                <a:spcPct val="150000"/>
              </a:lnSpc>
              <a:spcBef>
                <a:spcPts val="1000"/>
              </a:spcBef>
              <a:spcAft>
                <a:spcPts val="0"/>
              </a:spcAft>
              <a:buSzPts val="1800"/>
              <a:buNone/>
            </a:pPr>
            <a:endParaRPr>
              <a:latin typeface="Calibri"/>
              <a:ea typeface="Calibri"/>
              <a:cs typeface="Calibri"/>
              <a:sym typeface="Calibri"/>
            </a:endParaRPr>
          </a:p>
          <a:p>
            <a:pPr marL="342900" lvl="0" indent="-342900" algn="just" rtl="0">
              <a:lnSpc>
                <a:spcPct val="150000"/>
              </a:lnSpc>
              <a:spcBef>
                <a:spcPts val="1000"/>
              </a:spcBef>
              <a:spcAft>
                <a:spcPts val="0"/>
              </a:spcAft>
              <a:buSzPts val="1800"/>
              <a:buChar char="?"/>
            </a:pPr>
            <a:r>
              <a:rPr lang="en-US" i="1">
                <a:latin typeface="Calibri"/>
                <a:ea typeface="Calibri"/>
                <a:cs typeface="Calibri"/>
                <a:sym typeface="Calibri"/>
              </a:rPr>
              <a:t>Sursa psihopatologiei</a:t>
            </a:r>
            <a:r>
              <a:rPr lang="en-US">
                <a:latin typeface="Calibri"/>
                <a:ea typeface="Calibri"/>
                <a:cs typeface="Calibri"/>
                <a:sym typeface="Calibri"/>
              </a:rPr>
              <a:t>: deficiență chimică sau deficiențe la nivel structural al creierului.</a:t>
            </a:r>
            <a:endParaRPr>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9"/>
          <p:cNvSpPr txBox="1">
            <a:spLocks noGrp="1"/>
          </p:cNvSpPr>
          <p:nvPr>
            <p:ph type="title"/>
          </p:nvPr>
        </p:nvSpPr>
        <p:spPr>
          <a:xfrm>
            <a:off x="1945201" y="624110"/>
            <a:ext cx="6589199" cy="128089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Clr>
                <a:srgbClr val="262626"/>
              </a:buClr>
              <a:buSzPts val="3600"/>
              <a:buFont typeface="Century Gothic"/>
              <a:buNone/>
            </a:pPr>
            <a:r>
              <a:rPr lang="en-US"/>
              <a:t>Paradigma Biologică</a:t>
            </a:r>
            <a:endParaRPr/>
          </a:p>
        </p:txBody>
      </p:sp>
      <p:sp>
        <p:nvSpPr>
          <p:cNvPr id="224" name="Google Shape;224;p9"/>
          <p:cNvSpPr txBox="1">
            <a:spLocks noGrp="1"/>
          </p:cNvSpPr>
          <p:nvPr>
            <p:ph type="body" idx="1"/>
          </p:nvPr>
        </p:nvSpPr>
        <p:spPr>
          <a:xfrm>
            <a:off x="1942415" y="2133600"/>
            <a:ext cx="6591985" cy="3777622"/>
          </a:xfrm>
          <a:prstGeom prst="rect">
            <a:avLst/>
          </a:prstGeom>
          <a:noFill/>
          <a:ln>
            <a:noFill/>
          </a:ln>
        </p:spPr>
        <p:txBody>
          <a:bodyPr spcFirstLastPara="1" wrap="square" lIns="91425" tIns="45700" rIns="91425" bIns="45700" anchor="t" anchorCtr="0">
            <a:normAutofit/>
          </a:bodyPr>
          <a:lstStyle/>
          <a:p>
            <a:pPr marL="342900" lvl="0" indent="-342900" algn="just" rtl="0">
              <a:lnSpc>
                <a:spcPct val="150000"/>
              </a:lnSpc>
              <a:spcBef>
                <a:spcPts val="0"/>
              </a:spcBef>
              <a:spcAft>
                <a:spcPts val="0"/>
              </a:spcAft>
              <a:buSzPts val="1800"/>
              <a:buChar char="?"/>
            </a:pPr>
            <a:r>
              <a:rPr lang="en-US" i="1"/>
              <a:t>Tehnici utilizate</a:t>
            </a:r>
            <a:r>
              <a:rPr lang="en-US"/>
              <a:t>: experiment (îndeosebi pe animale), observație, RMN, CT.</a:t>
            </a:r>
            <a:endParaRPr/>
          </a:p>
          <a:p>
            <a:pPr marL="342900" lvl="0" indent="-228600" algn="just" rtl="0">
              <a:lnSpc>
                <a:spcPct val="150000"/>
              </a:lnSpc>
              <a:spcBef>
                <a:spcPts val="1000"/>
              </a:spcBef>
              <a:spcAft>
                <a:spcPts val="0"/>
              </a:spcAft>
              <a:buSzPts val="1800"/>
              <a:buNone/>
            </a:pPr>
            <a:endParaRPr/>
          </a:p>
          <a:p>
            <a:pPr marL="342900" lvl="0" indent="-228600" algn="just" rtl="0">
              <a:lnSpc>
                <a:spcPct val="150000"/>
              </a:lnSpc>
              <a:spcBef>
                <a:spcPts val="1000"/>
              </a:spcBef>
              <a:spcAft>
                <a:spcPts val="0"/>
              </a:spcAft>
              <a:buSzPts val="1800"/>
              <a:buNone/>
            </a:pPr>
            <a:endParaRPr/>
          </a:p>
          <a:p>
            <a:pPr marL="342900" lvl="0" indent="-342900" algn="just" rtl="0">
              <a:lnSpc>
                <a:spcPct val="150000"/>
              </a:lnSpc>
              <a:spcBef>
                <a:spcPts val="1000"/>
              </a:spcBef>
              <a:spcAft>
                <a:spcPts val="0"/>
              </a:spcAft>
              <a:buSzPts val="1800"/>
              <a:buChar char="?"/>
            </a:pPr>
            <a:r>
              <a:rPr lang="en-US" i="1"/>
              <a:t>Critici</a:t>
            </a:r>
            <a:r>
              <a:rPr lang="en-US"/>
              <a:t>: incompletă.</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29" name="Google Shape;229;p10"/>
          <p:cNvSpPr txBox="1">
            <a:spLocks noGrp="1"/>
          </p:cNvSpPr>
          <p:nvPr>
            <p:ph type="title"/>
          </p:nvPr>
        </p:nvSpPr>
        <p:spPr>
          <a:xfrm>
            <a:off x="1403648" y="620688"/>
            <a:ext cx="8229600" cy="875856"/>
          </a:xfrm>
          <a:prstGeom prst="rect">
            <a:avLst/>
          </a:prstGeom>
          <a:noFill/>
          <a:ln>
            <a:noFill/>
          </a:ln>
        </p:spPr>
        <p:txBody>
          <a:bodyPr spcFirstLastPara="1" wrap="square" lIns="91425" tIns="45700" rIns="91425" bIns="45700" anchor="t" anchorCtr="0">
            <a:normAutofit fontScale="90000"/>
          </a:bodyPr>
          <a:lstStyle/>
          <a:p>
            <a:pPr marL="0" lvl="0" indent="0" algn="l" rtl="0">
              <a:lnSpc>
                <a:spcPct val="100000"/>
              </a:lnSpc>
              <a:spcBef>
                <a:spcPts val="0"/>
              </a:spcBef>
              <a:spcAft>
                <a:spcPts val="0"/>
              </a:spcAft>
              <a:buClr>
                <a:srgbClr val="892C1C"/>
              </a:buClr>
              <a:buSzPct val="100000"/>
              <a:buFont typeface="Century Gothic"/>
              <a:buNone/>
            </a:pPr>
            <a:r>
              <a:rPr lang="en-US" b="1">
                <a:solidFill>
                  <a:srgbClr val="892C1C"/>
                </a:solidFill>
              </a:rPr>
              <a:t>Paradigma Socio–Culturală – pe scurt</a:t>
            </a:r>
            <a:endParaRPr/>
          </a:p>
        </p:txBody>
      </p:sp>
      <p:pic>
        <p:nvPicPr>
          <p:cNvPr id="230" name="Google Shape;230;p10" descr="ab_color.jpg"/>
          <p:cNvPicPr preferRelativeResize="0"/>
          <p:nvPr/>
        </p:nvPicPr>
        <p:blipFill rotWithShape="1">
          <a:blip r:embed="rId3">
            <a:alphaModFix/>
          </a:blip>
          <a:srcRect/>
          <a:stretch/>
        </p:blipFill>
        <p:spPr>
          <a:xfrm>
            <a:off x="539552" y="2132856"/>
            <a:ext cx="3888432" cy="3055006"/>
          </a:xfrm>
          <a:prstGeom prst="rect">
            <a:avLst/>
          </a:prstGeom>
          <a:noFill/>
          <a:ln>
            <a:noFill/>
          </a:ln>
        </p:spPr>
      </p:pic>
      <p:sp>
        <p:nvSpPr>
          <p:cNvPr id="231" name="Google Shape;231;p10"/>
          <p:cNvSpPr txBox="1"/>
          <p:nvPr/>
        </p:nvSpPr>
        <p:spPr>
          <a:xfrm>
            <a:off x="4391472" y="2952473"/>
            <a:ext cx="4752528" cy="70788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chemeClr val="dk1"/>
                </a:solidFill>
                <a:latin typeface="Calibri"/>
                <a:ea typeface="Calibri"/>
                <a:cs typeface="Calibri"/>
                <a:sym typeface="Calibri"/>
              </a:rPr>
              <a:t>Prin ceilalți, devenim noi înșine. – Vygotsky / Vîgotski</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p11"/>
          <p:cNvSpPr txBox="1">
            <a:spLocks noGrp="1"/>
          </p:cNvSpPr>
          <p:nvPr>
            <p:ph type="title"/>
          </p:nvPr>
        </p:nvSpPr>
        <p:spPr>
          <a:xfrm>
            <a:off x="1547664" y="620688"/>
            <a:ext cx="8229600" cy="106680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Clr>
                <a:srgbClr val="892C1C"/>
              </a:buClr>
              <a:buSzPts val="3600"/>
              <a:buFont typeface="Century Gothic"/>
              <a:buNone/>
            </a:pPr>
            <a:r>
              <a:rPr lang="en-US" b="1">
                <a:solidFill>
                  <a:srgbClr val="892C1C"/>
                </a:solidFill>
              </a:rPr>
              <a:t>Paradigma social culturală</a:t>
            </a:r>
            <a:endParaRPr/>
          </a:p>
        </p:txBody>
      </p:sp>
      <p:sp>
        <p:nvSpPr>
          <p:cNvPr id="237" name="Google Shape;237;p11"/>
          <p:cNvSpPr txBox="1">
            <a:spLocks noGrp="1"/>
          </p:cNvSpPr>
          <p:nvPr>
            <p:ph type="body" idx="1"/>
          </p:nvPr>
        </p:nvSpPr>
        <p:spPr>
          <a:xfrm>
            <a:off x="1185312" y="1844824"/>
            <a:ext cx="7958688" cy="4667980"/>
          </a:xfrm>
          <a:prstGeom prst="rect">
            <a:avLst/>
          </a:prstGeom>
          <a:noFill/>
          <a:ln>
            <a:noFill/>
          </a:ln>
        </p:spPr>
        <p:txBody>
          <a:bodyPr spcFirstLastPara="1" wrap="square" lIns="91425" tIns="45700" rIns="91425" bIns="45700" anchor="t" anchorCtr="0">
            <a:normAutofit/>
          </a:bodyPr>
          <a:lstStyle/>
          <a:p>
            <a:pPr marL="342900" lvl="0" indent="-342900" algn="just" rtl="0">
              <a:lnSpc>
                <a:spcPct val="150000"/>
              </a:lnSpc>
              <a:spcBef>
                <a:spcPts val="0"/>
              </a:spcBef>
              <a:spcAft>
                <a:spcPts val="0"/>
              </a:spcAft>
              <a:buSzPts val="1800"/>
              <a:buChar char="?"/>
            </a:pPr>
            <a:r>
              <a:rPr lang="en-US">
                <a:solidFill>
                  <a:srgbClr val="892C1C"/>
                </a:solidFill>
              </a:rPr>
              <a:t>Bazele comportamentului</a:t>
            </a:r>
            <a:r>
              <a:rPr lang="en-US"/>
              <a:t>: rel soc, comp, cultura, procesele mentale  dezvoltate in interiorul culturii contextul, limbajul. </a:t>
            </a:r>
            <a:endParaRPr/>
          </a:p>
          <a:p>
            <a:pPr marL="342900" lvl="0" indent="-342900" algn="just" rtl="0">
              <a:lnSpc>
                <a:spcPct val="150000"/>
              </a:lnSpc>
              <a:spcBef>
                <a:spcPts val="1000"/>
              </a:spcBef>
              <a:spcAft>
                <a:spcPts val="0"/>
              </a:spcAft>
              <a:buSzPts val="1800"/>
              <a:buNone/>
            </a:pPr>
            <a:endParaRPr/>
          </a:p>
          <a:p>
            <a:pPr marL="342900" lvl="0" indent="-342900" algn="just" rtl="0">
              <a:lnSpc>
                <a:spcPct val="150000"/>
              </a:lnSpc>
              <a:spcBef>
                <a:spcPts val="1000"/>
              </a:spcBef>
              <a:spcAft>
                <a:spcPts val="0"/>
              </a:spcAft>
              <a:buSzPts val="1800"/>
              <a:buChar char="?"/>
            </a:pPr>
            <a:r>
              <a:rPr lang="en-US">
                <a:solidFill>
                  <a:srgbClr val="892C1C"/>
                </a:solidFill>
              </a:rPr>
              <a:t>Dezvoltarea personalității: </a:t>
            </a:r>
            <a:r>
              <a:rPr lang="en-US"/>
              <a:t>limbajul, joaca, suportul social, zona proximei dezvoltări.</a:t>
            </a:r>
            <a:endParaRPr/>
          </a:p>
          <a:p>
            <a:pPr marL="342900" lvl="0" indent="-342900" algn="just" rtl="0">
              <a:lnSpc>
                <a:spcPct val="150000"/>
              </a:lnSpc>
              <a:spcBef>
                <a:spcPts val="1000"/>
              </a:spcBef>
              <a:spcAft>
                <a:spcPts val="0"/>
              </a:spcAft>
              <a:buSzPts val="1800"/>
              <a:buNone/>
            </a:pPr>
            <a:endParaRPr/>
          </a:p>
          <a:p>
            <a:pPr marL="342900" lvl="0" indent="-342900" algn="just" rtl="0">
              <a:lnSpc>
                <a:spcPct val="150000"/>
              </a:lnSpc>
              <a:spcBef>
                <a:spcPts val="1000"/>
              </a:spcBef>
              <a:spcAft>
                <a:spcPts val="0"/>
              </a:spcAft>
              <a:buSzPts val="1800"/>
              <a:buChar char="?"/>
            </a:pPr>
            <a:r>
              <a:rPr lang="en-US">
                <a:solidFill>
                  <a:srgbClr val="892C1C"/>
                </a:solidFill>
              </a:rPr>
              <a:t>Sursa psihopatologiei: </a:t>
            </a:r>
            <a:r>
              <a:rPr lang="en-US"/>
              <a:t>mediul sau contextul nefavorabil.</a:t>
            </a:r>
            <a:endParaRPr/>
          </a:p>
          <a:p>
            <a:pPr marL="342900" lvl="0" indent="-228600" algn="just" rtl="0">
              <a:lnSpc>
                <a:spcPct val="150000"/>
              </a:lnSpc>
              <a:spcBef>
                <a:spcPts val="1000"/>
              </a:spcBef>
              <a:spcAft>
                <a:spcPts val="0"/>
              </a:spcAft>
              <a:buSzPts val="1800"/>
              <a:buNone/>
            </a:pPr>
            <a:endParaRPr/>
          </a:p>
          <a:p>
            <a:pPr marL="342900" lvl="0" indent="-342900" algn="just" rtl="0">
              <a:lnSpc>
                <a:spcPct val="150000"/>
              </a:lnSpc>
              <a:spcBef>
                <a:spcPts val="1000"/>
              </a:spcBef>
              <a:spcAft>
                <a:spcPts val="0"/>
              </a:spcAft>
              <a:buSzPts val="1800"/>
              <a:buChar char="?"/>
            </a:pPr>
            <a:r>
              <a:rPr lang="en-US"/>
              <a:t>Tehnici utilizate: experiment, observație, studii de grup.</a:t>
            </a:r>
            <a:endParaRPr/>
          </a:p>
          <a:p>
            <a:pPr marL="342900" lvl="0" indent="-228600" algn="just" rtl="0">
              <a:lnSpc>
                <a:spcPct val="150000"/>
              </a:lnSpc>
              <a:spcBef>
                <a:spcPts val="1000"/>
              </a:spcBef>
              <a:spcAft>
                <a:spcPts val="0"/>
              </a:spcAft>
              <a:buSzPts val="1800"/>
              <a:buNone/>
            </a:pPr>
            <a:endParaRPr/>
          </a:p>
          <a:p>
            <a:pPr marL="342900" lvl="0" indent="-228600" algn="just" rtl="0">
              <a:lnSpc>
                <a:spcPct val="150000"/>
              </a:lnSpc>
              <a:spcBef>
                <a:spcPts val="1000"/>
              </a:spcBef>
              <a:spcAft>
                <a:spcPts val="0"/>
              </a:spcAft>
              <a:buSzPts val="1800"/>
              <a:buNone/>
            </a:pP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41"/>
        <p:cNvGrpSpPr/>
        <p:nvPr/>
      </p:nvGrpSpPr>
      <p:grpSpPr>
        <a:xfrm>
          <a:off x="0" y="0"/>
          <a:ext cx="0" cy="0"/>
          <a:chOff x="0" y="0"/>
          <a:chExt cx="0" cy="0"/>
        </a:xfrm>
      </p:grpSpPr>
      <p:sp>
        <p:nvSpPr>
          <p:cNvPr id="242" name="Google Shape;242;p12"/>
          <p:cNvSpPr txBox="1">
            <a:spLocks noGrp="1"/>
          </p:cNvSpPr>
          <p:nvPr>
            <p:ph type="title"/>
          </p:nvPr>
        </p:nvSpPr>
        <p:spPr>
          <a:xfrm>
            <a:off x="1331640" y="692696"/>
            <a:ext cx="8229600" cy="874146"/>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rgbClr val="892C1C"/>
              </a:buClr>
              <a:buSzPts val="2800"/>
              <a:buFont typeface="Century Gothic"/>
              <a:buNone/>
            </a:pPr>
            <a:r>
              <a:rPr lang="en-US" sz="2800" b="1">
                <a:solidFill>
                  <a:srgbClr val="892C1C"/>
                </a:solidFill>
              </a:rPr>
              <a:t>Scurtă istorie</a:t>
            </a:r>
            <a:endParaRPr/>
          </a:p>
        </p:txBody>
      </p:sp>
      <p:pic>
        <p:nvPicPr>
          <p:cNvPr id="243" name="Google Shape;243;p12" descr="554155_266697326766238_1187091846_n.jpg"/>
          <p:cNvPicPr preferRelativeResize="0">
            <a:picLocks noGrp="1"/>
          </p:cNvPicPr>
          <p:nvPr>
            <p:ph type="body" idx="1"/>
          </p:nvPr>
        </p:nvPicPr>
        <p:blipFill rotWithShape="1">
          <a:blip r:embed="rId3">
            <a:alphaModFix/>
          </a:blip>
          <a:srcRect/>
          <a:stretch/>
        </p:blipFill>
        <p:spPr>
          <a:xfrm>
            <a:off x="2555776" y="1700808"/>
            <a:ext cx="5559822" cy="4610102"/>
          </a:xfrm>
          <a:prstGeom prst="rect">
            <a:avLst/>
          </a:prstGeom>
          <a:noFill/>
          <a:ln>
            <a:noFill/>
          </a:ln>
          <a:effectLst>
            <a:outerShdw blurRad="292100" dist="139700" dir="2700000" algn="tl" rotWithShape="0">
              <a:srgbClr val="333333">
                <a:alpha val="64313"/>
              </a:srgbClr>
            </a:outerShdw>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47"/>
        <p:cNvGrpSpPr/>
        <p:nvPr/>
      </p:nvGrpSpPr>
      <p:grpSpPr>
        <a:xfrm>
          <a:off x="0" y="0"/>
          <a:ext cx="0" cy="0"/>
          <a:chOff x="0" y="0"/>
          <a:chExt cx="0" cy="0"/>
        </a:xfrm>
      </p:grpSpPr>
      <p:sp>
        <p:nvSpPr>
          <p:cNvPr id="248" name="Google Shape;248;p13"/>
          <p:cNvSpPr txBox="1">
            <a:spLocks noGrp="1"/>
          </p:cNvSpPr>
          <p:nvPr>
            <p:ph type="title"/>
          </p:nvPr>
        </p:nvSpPr>
        <p:spPr>
          <a:xfrm>
            <a:off x="1945201" y="624110"/>
            <a:ext cx="6589199" cy="128089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Clr>
                <a:srgbClr val="262626"/>
              </a:buClr>
              <a:buSzPts val="3600"/>
              <a:buFont typeface="Century Gothic"/>
              <a:buNone/>
            </a:pPr>
            <a:r>
              <a:rPr lang="en-US"/>
              <a:t>A început cu Freud	</a:t>
            </a:r>
            <a:endParaRPr/>
          </a:p>
        </p:txBody>
      </p:sp>
      <p:sp>
        <p:nvSpPr>
          <p:cNvPr id="249" name="Google Shape;249;p13"/>
          <p:cNvSpPr txBox="1">
            <a:spLocks noGrp="1"/>
          </p:cNvSpPr>
          <p:nvPr>
            <p:ph type="body" idx="1"/>
          </p:nvPr>
        </p:nvSpPr>
        <p:spPr>
          <a:xfrm>
            <a:off x="4571159" y="2247408"/>
            <a:ext cx="4568580" cy="3777622"/>
          </a:xfrm>
          <a:prstGeom prst="rect">
            <a:avLst/>
          </a:prstGeom>
          <a:noFill/>
          <a:ln>
            <a:noFill/>
          </a:ln>
        </p:spPr>
        <p:txBody>
          <a:bodyPr spcFirstLastPara="1" wrap="square" lIns="91425" tIns="45700" rIns="91425" bIns="45700" anchor="t" anchorCtr="0">
            <a:normAutofit/>
          </a:bodyPr>
          <a:lstStyle/>
          <a:p>
            <a:pPr marL="342900" lvl="0" indent="-342900" algn="just" rtl="0">
              <a:lnSpc>
                <a:spcPct val="150000"/>
              </a:lnSpc>
              <a:spcBef>
                <a:spcPts val="0"/>
              </a:spcBef>
              <a:spcAft>
                <a:spcPts val="0"/>
              </a:spcAft>
              <a:buSzPts val="1800"/>
              <a:buChar char="?"/>
            </a:pPr>
            <a:r>
              <a:rPr lang="en-US">
                <a:latin typeface="Calibri"/>
                <a:ea typeface="Calibri"/>
                <a:cs typeface="Calibri"/>
                <a:sym typeface="Calibri"/>
              </a:rPr>
              <a:t>Emoțiile pe care nu le exprimăm, nu vor muri niciodată. Ele sunt îngropate și nu vor ieși la suprafață mai târziu, în forme mai urâte. – Freud</a:t>
            </a:r>
            <a:endParaRPr/>
          </a:p>
          <a:p>
            <a:pPr marL="342900" lvl="0" indent="-228600" algn="just" rtl="0">
              <a:lnSpc>
                <a:spcPct val="150000"/>
              </a:lnSpc>
              <a:spcBef>
                <a:spcPts val="1000"/>
              </a:spcBef>
              <a:spcAft>
                <a:spcPts val="0"/>
              </a:spcAft>
              <a:buSzPts val="1800"/>
              <a:buNone/>
            </a:pPr>
            <a:endParaRPr>
              <a:latin typeface="Calibri"/>
              <a:ea typeface="Calibri"/>
              <a:cs typeface="Calibri"/>
              <a:sym typeface="Calibri"/>
            </a:endParaRPr>
          </a:p>
          <a:p>
            <a:pPr marL="342900" lvl="0" indent="-342900" algn="just" rtl="0">
              <a:lnSpc>
                <a:spcPct val="150000"/>
              </a:lnSpc>
              <a:spcBef>
                <a:spcPts val="1000"/>
              </a:spcBef>
              <a:spcAft>
                <a:spcPts val="0"/>
              </a:spcAft>
              <a:buSzPts val="1800"/>
              <a:buChar char="?"/>
            </a:pPr>
            <a:r>
              <a:rPr lang="en-US">
                <a:latin typeface="Calibri"/>
                <a:ea typeface="Calibri"/>
                <a:cs typeface="Calibri"/>
                <a:sym typeface="Calibri"/>
              </a:rPr>
              <a:t>Nu ne alegem la întâmplare. Ne întâlnim doar cu aceia care deja există în subconștientul nostru. - Freud</a:t>
            </a:r>
            <a:endParaRPr/>
          </a:p>
        </p:txBody>
      </p:sp>
      <p:pic>
        <p:nvPicPr>
          <p:cNvPr id="250" name="Google Shape;250;p13" descr="Freud: The Untold Story | The New Yorker"/>
          <p:cNvPicPr preferRelativeResize="0"/>
          <p:nvPr/>
        </p:nvPicPr>
        <p:blipFill rotWithShape="1">
          <a:blip r:embed="rId3">
            <a:alphaModFix/>
          </a:blip>
          <a:srcRect/>
          <a:stretch/>
        </p:blipFill>
        <p:spPr>
          <a:xfrm>
            <a:off x="557925" y="1402947"/>
            <a:ext cx="3992865" cy="4653136"/>
          </a:xfrm>
          <a:prstGeom prst="rect">
            <a:avLst/>
          </a:prstGeom>
          <a:noFill/>
          <a:ln>
            <a:noFill/>
          </a:ln>
        </p:spPr>
      </p:pic>
      <p:sp>
        <p:nvSpPr>
          <p:cNvPr id="251" name="Google Shape;251;p13"/>
          <p:cNvSpPr txBox="1"/>
          <p:nvPr/>
        </p:nvSpPr>
        <p:spPr>
          <a:xfrm>
            <a:off x="1626859" y="6056083"/>
            <a:ext cx="1854995" cy="64633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entury Gothic"/>
                <a:ea typeface="Century Gothic"/>
                <a:cs typeface="Century Gothic"/>
                <a:sym typeface="Century Gothic"/>
              </a:rPr>
              <a:t>Sigmund Freud</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entury Gothic"/>
                <a:ea typeface="Century Gothic"/>
                <a:cs typeface="Century Gothic"/>
                <a:sym typeface="Century Gothic"/>
              </a:rPr>
              <a:t>(1856-1939)</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6" name="Google Shape;256;p14"/>
          <p:cNvSpPr txBox="1">
            <a:spLocks noGrp="1"/>
          </p:cNvSpPr>
          <p:nvPr>
            <p:ph type="title"/>
          </p:nvPr>
        </p:nvSpPr>
        <p:spPr>
          <a:xfrm>
            <a:off x="1945201" y="624110"/>
            <a:ext cx="6589199" cy="128089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Clr>
                <a:srgbClr val="262626"/>
              </a:buClr>
              <a:buSzPts val="3600"/>
              <a:buFont typeface="Century Gothic"/>
              <a:buNone/>
            </a:pPr>
            <a:r>
              <a:rPr lang="en-US"/>
              <a:t>Psihanaliza lui Freud</a:t>
            </a:r>
            <a:endParaRPr/>
          </a:p>
        </p:txBody>
      </p:sp>
      <p:sp>
        <p:nvSpPr>
          <p:cNvPr id="257" name="Google Shape;257;p14"/>
          <p:cNvSpPr txBox="1">
            <a:spLocks noGrp="1"/>
          </p:cNvSpPr>
          <p:nvPr>
            <p:ph type="body" idx="1"/>
          </p:nvPr>
        </p:nvSpPr>
        <p:spPr>
          <a:xfrm>
            <a:off x="435469" y="1540189"/>
            <a:ext cx="4568580" cy="3777622"/>
          </a:xfrm>
          <a:prstGeom prst="rect">
            <a:avLst/>
          </a:prstGeom>
          <a:noFill/>
          <a:ln>
            <a:noFill/>
          </a:ln>
        </p:spPr>
        <p:txBody>
          <a:bodyPr spcFirstLastPara="1" wrap="square" lIns="91425" tIns="45700" rIns="91425" bIns="45700" anchor="t" anchorCtr="0">
            <a:normAutofit/>
          </a:bodyPr>
          <a:lstStyle/>
          <a:p>
            <a:pPr marL="342900" lvl="0" indent="-342900" algn="just" rtl="0">
              <a:lnSpc>
                <a:spcPct val="150000"/>
              </a:lnSpc>
              <a:spcBef>
                <a:spcPts val="0"/>
              </a:spcBef>
              <a:spcAft>
                <a:spcPts val="0"/>
              </a:spcAft>
              <a:buSzPts val="1800"/>
              <a:buChar char="?"/>
            </a:pPr>
            <a:r>
              <a:rPr lang="en-US"/>
              <a:t>Părintele psihanalizei </a:t>
            </a:r>
            <a:endParaRPr/>
          </a:p>
          <a:p>
            <a:pPr marL="342900" lvl="0" indent="-342900" algn="just" rtl="0">
              <a:lnSpc>
                <a:spcPct val="150000"/>
              </a:lnSpc>
              <a:spcBef>
                <a:spcPts val="1000"/>
              </a:spcBef>
              <a:spcAft>
                <a:spcPts val="0"/>
              </a:spcAft>
              <a:buSzPts val="1800"/>
              <a:buChar char="?"/>
            </a:pPr>
            <a:r>
              <a:rPr lang="en-US"/>
              <a:t>Psihanaliza e doar una din teoriile psihodinamice;</a:t>
            </a:r>
            <a:endParaRPr/>
          </a:p>
          <a:p>
            <a:pPr marL="342900" lvl="0" indent="-342900" algn="just" rtl="0">
              <a:lnSpc>
                <a:spcPct val="150000"/>
              </a:lnSpc>
              <a:spcBef>
                <a:spcPts val="1000"/>
              </a:spcBef>
              <a:spcAft>
                <a:spcPts val="0"/>
              </a:spcAft>
              <a:buSzPts val="1800"/>
              <a:buChar char="?"/>
            </a:pPr>
            <a:r>
              <a:rPr lang="en-US"/>
              <a:t>S-au păstrat elemente precum ice bergul, mecanismele defensive etc., însă accentul exclusiv pe prima copilărie a fost redus;</a:t>
            </a:r>
            <a:endParaRPr/>
          </a:p>
        </p:txBody>
      </p:sp>
      <p:pic>
        <p:nvPicPr>
          <p:cNvPr id="258" name="Google Shape;258;p14" descr="Psychoanalysis"/>
          <p:cNvPicPr preferRelativeResize="0"/>
          <p:nvPr/>
        </p:nvPicPr>
        <p:blipFill rotWithShape="1">
          <a:blip r:embed="rId3">
            <a:alphaModFix/>
          </a:blip>
          <a:srcRect/>
          <a:stretch/>
        </p:blipFill>
        <p:spPr>
          <a:xfrm>
            <a:off x="5148064" y="1905000"/>
            <a:ext cx="3778250" cy="37782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p15"/>
          <p:cNvSpPr txBox="1">
            <a:spLocks noGrp="1"/>
          </p:cNvSpPr>
          <p:nvPr>
            <p:ph type="title"/>
          </p:nvPr>
        </p:nvSpPr>
        <p:spPr>
          <a:xfrm>
            <a:off x="1828960" y="374243"/>
            <a:ext cx="6589199" cy="128089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Clr>
                <a:srgbClr val="262626"/>
              </a:buClr>
              <a:buSzPts val="3600"/>
              <a:buFont typeface="Century Gothic"/>
              <a:buNone/>
            </a:pPr>
            <a:r>
              <a:rPr lang="en-US"/>
              <a:t>Psihanaliză vs. psihodinamic</a:t>
            </a:r>
            <a:endParaRPr/>
          </a:p>
        </p:txBody>
      </p:sp>
      <p:sp>
        <p:nvSpPr>
          <p:cNvPr id="264" name="Google Shape;264;p15"/>
          <p:cNvSpPr txBox="1">
            <a:spLocks noGrp="1"/>
          </p:cNvSpPr>
          <p:nvPr>
            <p:ph type="body" idx="1"/>
          </p:nvPr>
        </p:nvSpPr>
        <p:spPr>
          <a:xfrm>
            <a:off x="3527376" y="1052736"/>
            <a:ext cx="5616624" cy="5805264"/>
          </a:xfrm>
          <a:prstGeom prst="rect">
            <a:avLst/>
          </a:prstGeom>
          <a:noFill/>
          <a:ln>
            <a:noFill/>
          </a:ln>
        </p:spPr>
        <p:txBody>
          <a:bodyPr spcFirstLastPara="1" wrap="square" lIns="91425" tIns="45700" rIns="91425" bIns="45700" anchor="t" anchorCtr="0">
            <a:normAutofit lnSpcReduction="10000"/>
          </a:bodyPr>
          <a:lstStyle/>
          <a:p>
            <a:pPr marL="342900" lvl="0" indent="-342900" algn="just" rtl="0">
              <a:lnSpc>
                <a:spcPct val="160000"/>
              </a:lnSpc>
              <a:spcBef>
                <a:spcPts val="0"/>
              </a:spcBef>
              <a:spcAft>
                <a:spcPts val="0"/>
              </a:spcAft>
              <a:buSzPts val="1600"/>
              <a:buChar char="?"/>
            </a:pPr>
            <a:r>
              <a:rPr lang="en-US" sz="1600" b="0" i="0" u="none" strike="noStrike">
                <a:solidFill>
                  <a:srgbClr val="333333"/>
                </a:solidFill>
                <a:latin typeface="Calibri"/>
                <a:ea typeface="Calibri"/>
                <a:cs typeface="Calibri"/>
                <a:sym typeface="Calibri"/>
              </a:rPr>
              <a:t>(1) </a:t>
            </a:r>
            <a:r>
              <a:rPr lang="en-US" sz="1600" b="1" i="0" u="none" strike="noStrike">
                <a:solidFill>
                  <a:srgbClr val="333333"/>
                </a:solidFill>
                <a:latin typeface="Calibri"/>
                <a:ea typeface="Calibri"/>
                <a:cs typeface="Calibri"/>
                <a:sym typeface="Calibri"/>
              </a:rPr>
              <a:t>ideea transferului: </a:t>
            </a:r>
            <a:r>
              <a:rPr lang="en-US" sz="1600">
                <a:solidFill>
                  <a:srgbClr val="333333"/>
                </a:solidFill>
                <a:latin typeface="Calibri"/>
                <a:ea typeface="Calibri"/>
                <a:cs typeface="Calibri"/>
                <a:sym typeface="Calibri"/>
              </a:rPr>
              <a:t>relațiile din copilăria timpurie cu figurile de atașament, joacă un rol important în modelarea modului în care trăim/experiențiem și vedem relațiile pe tot parcursul vieții;</a:t>
            </a:r>
            <a:endParaRPr/>
          </a:p>
          <a:p>
            <a:pPr marL="342900" lvl="0" indent="-342900" algn="just" rtl="0">
              <a:lnSpc>
                <a:spcPct val="160000"/>
              </a:lnSpc>
              <a:spcBef>
                <a:spcPts val="1000"/>
              </a:spcBef>
              <a:spcAft>
                <a:spcPts val="0"/>
              </a:spcAft>
              <a:buSzPts val="1600"/>
              <a:buChar char="?"/>
            </a:pPr>
            <a:r>
              <a:rPr lang="en-US" sz="1600" b="0" i="0" u="none" strike="noStrike">
                <a:solidFill>
                  <a:srgbClr val="333333"/>
                </a:solidFill>
                <a:latin typeface="Calibri"/>
                <a:ea typeface="Calibri"/>
                <a:cs typeface="Calibri"/>
                <a:sym typeface="Calibri"/>
              </a:rPr>
              <a:t> (2) </a:t>
            </a:r>
            <a:r>
              <a:rPr lang="en-US" sz="1600" b="1" i="0" u="none" strike="noStrike">
                <a:solidFill>
                  <a:srgbClr val="333333"/>
                </a:solidFill>
                <a:latin typeface="Calibri"/>
                <a:ea typeface="Calibri"/>
                <a:cs typeface="Calibri"/>
                <a:sym typeface="Calibri"/>
              </a:rPr>
              <a:t>ideea subconștientului: </a:t>
            </a:r>
            <a:r>
              <a:rPr lang="en-US" sz="1600">
                <a:solidFill>
                  <a:srgbClr val="333333"/>
                </a:solidFill>
                <a:latin typeface="Calibri"/>
                <a:ea typeface="Calibri"/>
                <a:cs typeface="Calibri"/>
                <a:sym typeface="Calibri"/>
              </a:rPr>
              <a:t>unele procese mentale, precum motivele, dorințele și amintirile, nu sunt disponibile cu ușurință planului nostru conștient sau introspecției conștiente;</a:t>
            </a:r>
            <a:r>
              <a:rPr lang="en-US" sz="1600" b="0" i="0" u="none" strike="noStrike">
                <a:solidFill>
                  <a:srgbClr val="333333"/>
                </a:solidFill>
                <a:latin typeface="Calibri"/>
                <a:ea typeface="Calibri"/>
                <a:cs typeface="Calibri"/>
                <a:sym typeface="Calibri"/>
              </a:rPr>
              <a:t> </a:t>
            </a:r>
            <a:endParaRPr/>
          </a:p>
          <a:p>
            <a:pPr marL="342900" lvl="0" indent="-342900" algn="just" rtl="0">
              <a:lnSpc>
                <a:spcPct val="160000"/>
              </a:lnSpc>
              <a:spcBef>
                <a:spcPts val="1000"/>
              </a:spcBef>
              <a:spcAft>
                <a:spcPts val="0"/>
              </a:spcAft>
              <a:buSzPts val="1600"/>
              <a:buChar char="?"/>
            </a:pPr>
            <a:r>
              <a:rPr lang="en-US" sz="1600" b="0" i="0" u="none" strike="noStrike">
                <a:solidFill>
                  <a:srgbClr val="333333"/>
                </a:solidFill>
                <a:latin typeface="Calibri"/>
                <a:ea typeface="Calibri"/>
                <a:cs typeface="Calibri"/>
                <a:sym typeface="Calibri"/>
              </a:rPr>
              <a:t>(3) </a:t>
            </a:r>
            <a:r>
              <a:rPr lang="en-US" sz="1600" b="1" i="0" u="none" strike="noStrike">
                <a:solidFill>
                  <a:srgbClr val="333333"/>
                </a:solidFill>
                <a:latin typeface="Calibri"/>
                <a:ea typeface="Calibri"/>
                <a:cs typeface="Calibri"/>
                <a:sym typeface="Calibri"/>
              </a:rPr>
              <a:t>ideea defenselor: </a:t>
            </a:r>
            <a:r>
              <a:rPr lang="en-US" sz="1600">
                <a:solidFill>
                  <a:srgbClr val="333333"/>
                </a:solidFill>
                <a:latin typeface="Calibri"/>
                <a:ea typeface="Calibri"/>
                <a:cs typeface="Calibri"/>
                <a:sym typeface="Calibri"/>
              </a:rPr>
              <a:t>uneori oamenii sunt motivați să țină înafara planului conștient, anumite gânduri și emoții;</a:t>
            </a:r>
            <a:r>
              <a:rPr lang="en-US" sz="1600" b="0" i="0" u="none" strike="noStrike">
                <a:solidFill>
                  <a:srgbClr val="333333"/>
                </a:solidFill>
                <a:latin typeface="Calibri"/>
                <a:ea typeface="Calibri"/>
                <a:cs typeface="Calibri"/>
                <a:sym typeface="Calibri"/>
              </a:rPr>
              <a:t> </a:t>
            </a:r>
            <a:endParaRPr/>
          </a:p>
          <a:p>
            <a:pPr marL="342900" lvl="0" indent="-342900" algn="just" rtl="0">
              <a:lnSpc>
                <a:spcPct val="160000"/>
              </a:lnSpc>
              <a:spcBef>
                <a:spcPts val="1000"/>
              </a:spcBef>
              <a:spcAft>
                <a:spcPts val="0"/>
              </a:spcAft>
              <a:buSzPts val="1600"/>
              <a:buChar char="?"/>
            </a:pPr>
            <a:r>
              <a:rPr lang="en-US" sz="1600" b="0" i="0" u="none" strike="noStrike">
                <a:solidFill>
                  <a:srgbClr val="333333"/>
                </a:solidFill>
                <a:latin typeface="Calibri"/>
                <a:ea typeface="Calibri"/>
                <a:cs typeface="Calibri"/>
                <a:sym typeface="Calibri"/>
              </a:rPr>
              <a:t>(4) </a:t>
            </a:r>
            <a:r>
              <a:rPr lang="en-US" sz="1600" b="1" i="0" u="none" strike="noStrike">
                <a:solidFill>
                  <a:srgbClr val="333333"/>
                </a:solidFill>
                <a:latin typeface="Calibri"/>
                <a:ea typeface="Calibri"/>
                <a:cs typeface="Calibri"/>
                <a:sym typeface="Calibri"/>
              </a:rPr>
              <a:t>Ideea realității psihice: </a:t>
            </a:r>
            <a:r>
              <a:rPr lang="en-US" sz="1600" i="0" u="none" strike="noStrike">
                <a:solidFill>
                  <a:srgbClr val="333333"/>
                </a:solidFill>
                <a:latin typeface="Calibri"/>
                <a:ea typeface="Calibri"/>
                <a:cs typeface="Calibri"/>
                <a:sym typeface="Calibri"/>
              </a:rPr>
              <a:t>importanța sensului </a:t>
            </a:r>
            <a:r>
              <a:rPr lang="en-US" sz="1600">
                <a:solidFill>
                  <a:srgbClr val="333333"/>
                </a:solidFill>
                <a:latin typeface="Calibri"/>
                <a:ea typeface="Calibri"/>
                <a:cs typeface="Calibri"/>
                <a:sym typeface="Calibri"/>
              </a:rPr>
              <a:t>pe care individul îl creează ( = explică de ce doi indivizi pot să trăiască același eveniment, însă amploarea traumei să difere de la unul la celălalt).</a:t>
            </a:r>
            <a:endParaRPr sz="1600">
              <a:latin typeface="Calibri"/>
              <a:ea typeface="Calibri"/>
              <a:cs typeface="Calibri"/>
              <a:sym typeface="Calibri"/>
            </a:endParaRPr>
          </a:p>
        </p:txBody>
      </p:sp>
      <p:pic>
        <p:nvPicPr>
          <p:cNvPr id="265" name="Google Shape;265;p15" descr="Difference Between Psychoanalytic and Psychodynamic Therapy | Goals and  Efficacy, Methods Used, Duration"/>
          <p:cNvPicPr preferRelativeResize="0"/>
          <p:nvPr/>
        </p:nvPicPr>
        <p:blipFill rotWithShape="1">
          <a:blip r:embed="rId3">
            <a:alphaModFix/>
          </a:blip>
          <a:srcRect/>
          <a:stretch/>
        </p:blipFill>
        <p:spPr>
          <a:xfrm>
            <a:off x="102883" y="1905000"/>
            <a:ext cx="3452155" cy="4019842"/>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p16"/>
          <p:cNvSpPr txBox="1">
            <a:spLocks noGrp="1"/>
          </p:cNvSpPr>
          <p:nvPr>
            <p:ph type="title"/>
          </p:nvPr>
        </p:nvSpPr>
        <p:spPr>
          <a:xfrm>
            <a:off x="1637928" y="272450"/>
            <a:ext cx="6589199" cy="128089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Clr>
                <a:srgbClr val="5B1D12"/>
              </a:buClr>
              <a:buSzPts val="3600"/>
              <a:buFont typeface="Century Gothic"/>
              <a:buNone/>
            </a:pPr>
            <a:r>
              <a:rPr lang="en-US" b="1">
                <a:solidFill>
                  <a:srgbClr val="5B1D12"/>
                </a:solidFill>
              </a:rPr>
              <a:t>De la Freud încoace</a:t>
            </a:r>
            <a:endParaRPr/>
          </a:p>
        </p:txBody>
      </p:sp>
      <p:sp>
        <p:nvSpPr>
          <p:cNvPr id="271" name="Google Shape;271;p16"/>
          <p:cNvSpPr txBox="1">
            <a:spLocks noGrp="1"/>
          </p:cNvSpPr>
          <p:nvPr>
            <p:ph type="body" idx="1"/>
          </p:nvPr>
        </p:nvSpPr>
        <p:spPr>
          <a:xfrm>
            <a:off x="3275856" y="1124744"/>
            <a:ext cx="5727889" cy="5460806"/>
          </a:xfrm>
          <a:prstGeom prst="rect">
            <a:avLst/>
          </a:prstGeom>
          <a:noFill/>
          <a:ln>
            <a:noFill/>
          </a:ln>
        </p:spPr>
        <p:txBody>
          <a:bodyPr spcFirstLastPara="1" wrap="square" lIns="91425" tIns="45700" rIns="91425" bIns="45700" anchor="t" anchorCtr="0">
            <a:normAutofit lnSpcReduction="10000"/>
          </a:bodyPr>
          <a:lstStyle/>
          <a:p>
            <a:pPr marL="342900" lvl="0" indent="-342900" algn="just" rtl="0">
              <a:lnSpc>
                <a:spcPct val="100000"/>
              </a:lnSpc>
              <a:spcBef>
                <a:spcPts val="0"/>
              </a:spcBef>
              <a:spcAft>
                <a:spcPts val="0"/>
              </a:spcAft>
              <a:buSzPts val="1800"/>
              <a:buChar char="?"/>
            </a:pPr>
            <a:r>
              <a:rPr lang="en-US">
                <a:latin typeface="Calibri"/>
                <a:ea typeface="Calibri"/>
                <a:cs typeface="Calibri"/>
                <a:sym typeface="Calibri"/>
              </a:rPr>
              <a:t>Contribuții importante:</a:t>
            </a:r>
            <a:endParaRPr/>
          </a:p>
          <a:p>
            <a:pPr marL="342900" lvl="0" indent="-342900" algn="just" rtl="0">
              <a:lnSpc>
                <a:spcPct val="100000"/>
              </a:lnSpc>
              <a:spcBef>
                <a:spcPts val="1000"/>
              </a:spcBef>
              <a:spcAft>
                <a:spcPts val="0"/>
              </a:spcAft>
              <a:buSzPts val="1800"/>
              <a:buChar char="?"/>
            </a:pPr>
            <a:r>
              <a:rPr lang="en-US">
                <a:latin typeface="Calibri"/>
                <a:ea typeface="Calibri"/>
                <a:cs typeface="Calibri"/>
                <a:sym typeface="Calibri"/>
              </a:rPr>
              <a:t>Alfred Adler, Carl J. Jung</a:t>
            </a:r>
            <a:endParaRPr/>
          </a:p>
          <a:p>
            <a:pPr marL="342900" lvl="0" indent="-342900" algn="just" rtl="0">
              <a:lnSpc>
                <a:spcPct val="100000"/>
              </a:lnSpc>
              <a:spcBef>
                <a:spcPts val="1000"/>
              </a:spcBef>
              <a:spcAft>
                <a:spcPts val="0"/>
              </a:spcAft>
              <a:buSzPts val="1800"/>
              <a:buChar char="?"/>
            </a:pPr>
            <a:r>
              <a:rPr lang="en-US">
                <a:latin typeface="Calibri"/>
                <a:ea typeface="Calibri"/>
                <a:cs typeface="Calibri"/>
                <a:sym typeface="Calibri"/>
              </a:rPr>
              <a:t>Anna Freud – psihologia dezvoltării</a:t>
            </a:r>
            <a:endParaRPr/>
          </a:p>
          <a:p>
            <a:pPr marL="342900" lvl="0" indent="-342900" algn="just" rtl="0">
              <a:lnSpc>
                <a:spcPct val="100000"/>
              </a:lnSpc>
              <a:spcBef>
                <a:spcPts val="1000"/>
              </a:spcBef>
              <a:spcAft>
                <a:spcPts val="0"/>
              </a:spcAft>
              <a:buSzPts val="1800"/>
              <a:buChar char="?"/>
            </a:pPr>
            <a:r>
              <a:rPr lang="en-US">
                <a:latin typeface="Calibri"/>
                <a:ea typeface="Calibri"/>
                <a:cs typeface="Calibri"/>
                <a:sym typeface="Calibri"/>
              </a:rPr>
              <a:t>Erik Erikson – engl. </a:t>
            </a:r>
            <a:r>
              <a:rPr lang="en-US" i="1">
                <a:latin typeface="Calibri"/>
                <a:ea typeface="Calibri"/>
                <a:cs typeface="Calibri"/>
                <a:sym typeface="Calibri"/>
              </a:rPr>
              <a:t>Lifespan personality development</a:t>
            </a:r>
            <a:endParaRPr/>
          </a:p>
          <a:p>
            <a:pPr marL="342900" lvl="0" indent="-342900" algn="just" rtl="0">
              <a:lnSpc>
                <a:spcPct val="100000"/>
              </a:lnSpc>
              <a:spcBef>
                <a:spcPts val="1000"/>
              </a:spcBef>
              <a:spcAft>
                <a:spcPts val="0"/>
              </a:spcAft>
              <a:buSzPts val="1800"/>
              <a:buChar char="?"/>
            </a:pPr>
            <a:r>
              <a:rPr lang="en-US">
                <a:latin typeface="Calibri"/>
                <a:ea typeface="Calibri"/>
                <a:cs typeface="Calibri"/>
                <a:sym typeface="Calibri"/>
              </a:rPr>
              <a:t>Karen Horney</a:t>
            </a:r>
            <a:endParaRPr/>
          </a:p>
          <a:p>
            <a:pPr marL="342900" lvl="0" indent="-342900" algn="just" rtl="0">
              <a:lnSpc>
                <a:spcPct val="100000"/>
              </a:lnSpc>
              <a:spcBef>
                <a:spcPts val="1000"/>
              </a:spcBef>
              <a:spcAft>
                <a:spcPts val="0"/>
              </a:spcAft>
              <a:buSzPts val="1800"/>
              <a:buChar char="?"/>
            </a:pPr>
            <a:r>
              <a:rPr lang="en-US">
                <a:latin typeface="Calibri"/>
                <a:ea typeface="Calibri"/>
                <a:cs typeface="Calibri"/>
                <a:sym typeface="Calibri"/>
              </a:rPr>
              <a:t>Eric Fromm</a:t>
            </a:r>
            <a:endParaRPr/>
          </a:p>
          <a:p>
            <a:pPr marL="342900" lvl="0" indent="-342900" algn="just" rtl="0">
              <a:lnSpc>
                <a:spcPct val="100000"/>
              </a:lnSpc>
              <a:spcBef>
                <a:spcPts val="1000"/>
              </a:spcBef>
              <a:spcAft>
                <a:spcPts val="0"/>
              </a:spcAft>
              <a:buSzPts val="1800"/>
              <a:buChar char="?"/>
            </a:pPr>
            <a:r>
              <a:rPr lang="en-US">
                <a:latin typeface="Calibri"/>
                <a:ea typeface="Calibri"/>
                <a:cs typeface="Calibri"/>
                <a:sym typeface="Calibri"/>
              </a:rPr>
              <a:t>Bowlby – Teoria atașamentului</a:t>
            </a:r>
            <a:endParaRPr/>
          </a:p>
          <a:p>
            <a:pPr marL="342900" lvl="0" indent="-342900" algn="just" rtl="0">
              <a:lnSpc>
                <a:spcPct val="100000"/>
              </a:lnSpc>
              <a:spcBef>
                <a:spcPts val="1000"/>
              </a:spcBef>
              <a:spcAft>
                <a:spcPts val="0"/>
              </a:spcAft>
              <a:buSzPts val="1800"/>
              <a:buChar char="?"/>
            </a:pPr>
            <a:r>
              <a:rPr lang="en-US">
                <a:latin typeface="Calibri"/>
                <a:ea typeface="Calibri"/>
                <a:cs typeface="Calibri"/>
                <a:sym typeface="Calibri"/>
              </a:rPr>
              <a:t>Alice Miller – drama copilului interior, corpul nu minte niciodată</a:t>
            </a:r>
            <a:endParaRPr/>
          </a:p>
          <a:p>
            <a:pPr marL="342900" lvl="0" indent="-342900" algn="just" rtl="0">
              <a:lnSpc>
                <a:spcPct val="100000"/>
              </a:lnSpc>
              <a:spcBef>
                <a:spcPts val="1000"/>
              </a:spcBef>
              <a:spcAft>
                <a:spcPts val="0"/>
              </a:spcAft>
              <a:buSzPts val="1800"/>
              <a:buChar char="?"/>
            </a:pPr>
            <a:r>
              <a:rPr lang="en-US" i="1">
                <a:latin typeface="Calibri"/>
                <a:ea typeface="Calibri"/>
                <a:cs typeface="Calibri"/>
                <a:sym typeface="Calibri"/>
              </a:rPr>
              <a:t>Cu cât idealizăm trecutul mai mult și refuzăm să luăm la cunoștință suferințele din copilărie, cu atât mai mult le vom transmite într-o manieră inconștientă, generației următoare. </a:t>
            </a:r>
            <a:r>
              <a:rPr lang="en-US">
                <a:latin typeface="Calibri"/>
                <a:ea typeface="Calibri"/>
                <a:cs typeface="Calibri"/>
                <a:sym typeface="Calibri"/>
              </a:rPr>
              <a:t>– Miller</a:t>
            </a:r>
            <a:endParaRPr/>
          </a:p>
          <a:p>
            <a:pPr marL="342900" lvl="0" indent="-342900" algn="just" rtl="0">
              <a:lnSpc>
                <a:spcPct val="100000"/>
              </a:lnSpc>
              <a:spcBef>
                <a:spcPts val="1000"/>
              </a:spcBef>
              <a:spcAft>
                <a:spcPts val="0"/>
              </a:spcAft>
              <a:buSzPts val="1800"/>
              <a:buChar char="?"/>
            </a:pPr>
            <a:r>
              <a:rPr lang="en-US" i="1">
                <a:latin typeface="Calibri"/>
                <a:ea typeface="Calibri"/>
                <a:cs typeface="Calibri"/>
                <a:sym typeface="Calibri"/>
              </a:rPr>
              <a:t>Oriunde mă uit există impunerea respectului copilului față de părinte, și nicăieri impunerea respectului părintelui față de copil. </a:t>
            </a:r>
            <a:r>
              <a:rPr lang="en-US">
                <a:latin typeface="Calibri"/>
                <a:ea typeface="Calibri"/>
                <a:cs typeface="Calibri"/>
                <a:sym typeface="Calibri"/>
              </a:rPr>
              <a:t>- Miller</a:t>
            </a:r>
            <a:endParaRPr/>
          </a:p>
          <a:p>
            <a:pPr marL="342900" lvl="0" indent="-228600" algn="just" rtl="0">
              <a:lnSpc>
                <a:spcPct val="100000"/>
              </a:lnSpc>
              <a:spcBef>
                <a:spcPts val="1000"/>
              </a:spcBef>
              <a:spcAft>
                <a:spcPts val="0"/>
              </a:spcAft>
              <a:buSzPts val="1800"/>
              <a:buNone/>
            </a:pPr>
            <a:endParaRPr>
              <a:latin typeface="Calibri"/>
              <a:ea typeface="Calibri"/>
              <a:cs typeface="Calibri"/>
              <a:sym typeface="Calibri"/>
            </a:endParaRPr>
          </a:p>
        </p:txBody>
      </p:sp>
      <p:pic>
        <p:nvPicPr>
          <p:cNvPr id="272" name="Google Shape;272;p16" descr="TOP 25 QUOTES BY ALICE MILLER (of 84) | A-Z Quotes"/>
          <p:cNvPicPr preferRelativeResize="0"/>
          <p:nvPr/>
        </p:nvPicPr>
        <p:blipFill rotWithShape="1">
          <a:blip r:embed="rId3">
            <a:alphaModFix/>
          </a:blip>
          <a:srcRect r="64175" b="-1178"/>
          <a:stretch/>
        </p:blipFill>
        <p:spPr>
          <a:xfrm>
            <a:off x="205227" y="1988840"/>
            <a:ext cx="2865402" cy="3808834"/>
          </a:xfrm>
          <a:prstGeom prst="rect">
            <a:avLst/>
          </a:prstGeom>
          <a:noFill/>
          <a:ln>
            <a:noFill/>
          </a:ln>
        </p:spPr>
      </p:pic>
      <p:sp>
        <p:nvSpPr>
          <p:cNvPr id="273" name="Google Shape;273;p16"/>
          <p:cNvSpPr txBox="1"/>
          <p:nvPr/>
        </p:nvSpPr>
        <p:spPr>
          <a:xfrm>
            <a:off x="916873" y="5949280"/>
            <a:ext cx="1447832"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entury Gothic"/>
                <a:ea typeface="Century Gothic"/>
                <a:cs typeface="Century Gothic"/>
                <a:sym typeface="Century Gothic"/>
              </a:rPr>
              <a:t>Alice Miller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entury Gothic"/>
                <a:ea typeface="Century Gothic"/>
                <a:cs typeface="Century Gothic"/>
                <a:sym typeface="Century Gothic"/>
              </a:rPr>
              <a:t>(1923-2010)</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p17"/>
          <p:cNvSpPr txBox="1">
            <a:spLocks noGrp="1"/>
          </p:cNvSpPr>
          <p:nvPr>
            <p:ph type="title"/>
          </p:nvPr>
        </p:nvSpPr>
        <p:spPr>
          <a:xfrm>
            <a:off x="1421904" y="613764"/>
            <a:ext cx="6300192" cy="910454"/>
          </a:xfrm>
          <a:prstGeom prst="rect">
            <a:avLst/>
          </a:prstGeom>
          <a:noFill/>
          <a:ln>
            <a:noFill/>
          </a:ln>
        </p:spPr>
        <p:txBody>
          <a:bodyPr spcFirstLastPara="1" wrap="square" lIns="91425" tIns="45700" rIns="91425" bIns="45700" anchor="t" anchorCtr="0">
            <a:normAutofit fontScale="90000"/>
          </a:bodyPr>
          <a:lstStyle/>
          <a:p>
            <a:pPr marL="0" lvl="0" indent="0" algn="l" rtl="0">
              <a:lnSpc>
                <a:spcPct val="100000"/>
              </a:lnSpc>
              <a:spcBef>
                <a:spcPts val="0"/>
              </a:spcBef>
              <a:spcAft>
                <a:spcPts val="0"/>
              </a:spcAft>
              <a:buClr>
                <a:srgbClr val="892C1C"/>
              </a:buClr>
              <a:buSzPct val="100000"/>
              <a:buFont typeface="Century Gothic"/>
              <a:buNone/>
            </a:pPr>
            <a:r>
              <a:rPr lang="en-US" b="1">
                <a:solidFill>
                  <a:srgbClr val="892C1C"/>
                </a:solidFill>
              </a:rPr>
              <a:t>Paradigma Comportamentală</a:t>
            </a:r>
            <a:endParaRPr/>
          </a:p>
        </p:txBody>
      </p:sp>
      <p:sp>
        <p:nvSpPr>
          <p:cNvPr id="279" name="Google Shape;279;p17"/>
          <p:cNvSpPr txBox="1">
            <a:spLocks noGrp="1"/>
          </p:cNvSpPr>
          <p:nvPr>
            <p:ph type="body" idx="1"/>
          </p:nvPr>
        </p:nvSpPr>
        <p:spPr>
          <a:xfrm>
            <a:off x="23701" y="1488696"/>
            <a:ext cx="5662464" cy="5233768"/>
          </a:xfrm>
          <a:prstGeom prst="rect">
            <a:avLst/>
          </a:prstGeom>
          <a:noFill/>
          <a:ln>
            <a:noFill/>
          </a:ln>
        </p:spPr>
        <p:txBody>
          <a:bodyPr spcFirstLastPara="1" wrap="square" lIns="91425" tIns="45700" rIns="91425" bIns="45700" anchor="t" anchorCtr="0">
            <a:normAutofit/>
          </a:bodyPr>
          <a:lstStyle/>
          <a:p>
            <a:pPr marL="342900" lvl="0" indent="-342900" algn="ctr" rtl="0">
              <a:lnSpc>
                <a:spcPct val="150000"/>
              </a:lnSpc>
              <a:spcBef>
                <a:spcPts val="0"/>
              </a:spcBef>
              <a:spcAft>
                <a:spcPts val="0"/>
              </a:spcAft>
              <a:buSzPts val="2400"/>
              <a:buNone/>
            </a:pPr>
            <a:r>
              <a:rPr lang="en-US" sz="2400" i="1">
                <a:latin typeface="Calibri"/>
                <a:ea typeface="Calibri"/>
                <a:cs typeface="Calibri"/>
                <a:sym typeface="Calibri"/>
              </a:rPr>
              <a:t>„</a:t>
            </a:r>
            <a:r>
              <a:rPr lang="en-US" sz="2400" i="1" err="1">
                <a:latin typeface="Calibri"/>
                <a:ea typeface="Calibri"/>
                <a:cs typeface="Calibri"/>
                <a:sym typeface="Calibri"/>
              </a:rPr>
              <a:t>Daţi</a:t>
            </a:r>
            <a:r>
              <a:rPr lang="en-US" sz="2400" i="1">
                <a:latin typeface="Calibri"/>
                <a:ea typeface="Calibri"/>
                <a:cs typeface="Calibri"/>
                <a:sym typeface="Calibri"/>
              </a:rPr>
              <a:t>-mi un </a:t>
            </a:r>
            <a:r>
              <a:rPr lang="en-US" sz="2400" i="1" err="1">
                <a:latin typeface="Calibri"/>
                <a:ea typeface="Calibri"/>
                <a:cs typeface="Calibri"/>
                <a:sym typeface="Calibri"/>
              </a:rPr>
              <a:t>copil</a:t>
            </a:r>
            <a:r>
              <a:rPr lang="en-US" sz="2400" i="1">
                <a:latin typeface="Calibri"/>
                <a:ea typeface="Calibri"/>
                <a:cs typeface="Calibri"/>
                <a:sym typeface="Calibri"/>
              </a:rPr>
              <a:t> </a:t>
            </a:r>
            <a:r>
              <a:rPr lang="en-US" sz="2400" i="1" err="1">
                <a:latin typeface="Calibri"/>
                <a:ea typeface="Calibri"/>
                <a:cs typeface="Calibri"/>
                <a:sym typeface="Calibri"/>
              </a:rPr>
              <a:t>şi</a:t>
            </a:r>
            <a:r>
              <a:rPr lang="en-US" sz="2400" i="1">
                <a:latin typeface="Calibri"/>
                <a:ea typeface="Calibri"/>
                <a:cs typeface="Calibri"/>
                <a:sym typeface="Calibri"/>
              </a:rPr>
              <a:t> </a:t>
            </a:r>
            <a:r>
              <a:rPr lang="en-US" sz="2400" i="1" err="1">
                <a:latin typeface="Calibri"/>
                <a:ea typeface="Calibri"/>
                <a:cs typeface="Calibri"/>
                <a:sym typeface="Calibri"/>
              </a:rPr>
              <a:t>îl</a:t>
            </a:r>
            <a:r>
              <a:rPr lang="en-US" sz="2400" i="1">
                <a:latin typeface="Calibri"/>
                <a:ea typeface="Calibri"/>
                <a:cs typeface="Calibri"/>
                <a:sym typeface="Calibri"/>
              </a:rPr>
              <a:t> </a:t>
            </a:r>
            <a:r>
              <a:rPr lang="en-US" sz="2400" i="1" err="1">
                <a:latin typeface="Calibri"/>
                <a:ea typeface="Calibri"/>
                <a:cs typeface="Calibri"/>
                <a:sym typeface="Calibri"/>
              </a:rPr>
              <a:t>voi</a:t>
            </a:r>
            <a:r>
              <a:rPr lang="en-US" sz="2400" i="1">
                <a:latin typeface="Calibri"/>
                <a:ea typeface="Calibri"/>
                <a:cs typeface="Calibri"/>
                <a:sym typeface="Calibri"/>
              </a:rPr>
              <a:t> face </a:t>
            </a:r>
            <a:r>
              <a:rPr lang="en-US" sz="2400" i="1" err="1">
                <a:latin typeface="Calibri"/>
                <a:ea typeface="Calibri"/>
                <a:cs typeface="Calibri"/>
                <a:sym typeface="Calibri"/>
              </a:rPr>
              <a:t>să</a:t>
            </a:r>
            <a:r>
              <a:rPr lang="en-US" sz="2400" i="1">
                <a:latin typeface="Calibri"/>
                <a:ea typeface="Calibri"/>
                <a:cs typeface="Calibri"/>
                <a:sym typeface="Calibri"/>
              </a:rPr>
              <a:t> se </a:t>
            </a:r>
            <a:r>
              <a:rPr lang="en-US" sz="2400" i="1" err="1">
                <a:latin typeface="Calibri"/>
                <a:ea typeface="Calibri"/>
                <a:cs typeface="Calibri"/>
                <a:sym typeface="Calibri"/>
              </a:rPr>
              <a:t>caţere</a:t>
            </a:r>
            <a:r>
              <a:rPr lang="en-US" sz="2400" i="1">
                <a:latin typeface="Calibri"/>
                <a:ea typeface="Calibri"/>
                <a:cs typeface="Calibri"/>
                <a:sym typeface="Calibri"/>
              </a:rPr>
              <a:t> </a:t>
            </a:r>
            <a:r>
              <a:rPr lang="en-US" sz="2400" i="1" err="1">
                <a:latin typeface="Calibri"/>
                <a:ea typeface="Calibri"/>
                <a:cs typeface="Calibri"/>
                <a:sym typeface="Calibri"/>
              </a:rPr>
              <a:t>sau</a:t>
            </a:r>
            <a:r>
              <a:rPr lang="en-US" sz="2400" i="1">
                <a:latin typeface="Calibri"/>
                <a:ea typeface="Calibri"/>
                <a:cs typeface="Calibri"/>
                <a:sym typeface="Calibri"/>
              </a:rPr>
              <a:t> </a:t>
            </a:r>
            <a:r>
              <a:rPr lang="en-US" sz="2400" i="1" err="1">
                <a:latin typeface="Calibri"/>
                <a:ea typeface="Calibri"/>
                <a:cs typeface="Calibri"/>
                <a:sym typeface="Calibri"/>
              </a:rPr>
              <a:t>să-şi</a:t>
            </a:r>
            <a:r>
              <a:rPr lang="en-US" sz="2400" i="1">
                <a:latin typeface="Calibri"/>
                <a:ea typeface="Calibri"/>
                <a:cs typeface="Calibri"/>
                <a:sym typeface="Calibri"/>
              </a:rPr>
              <a:t> </a:t>
            </a:r>
            <a:r>
              <a:rPr lang="en-US" sz="2400" i="1" err="1">
                <a:latin typeface="Calibri"/>
                <a:ea typeface="Calibri"/>
                <a:cs typeface="Calibri"/>
                <a:sym typeface="Calibri"/>
              </a:rPr>
              <a:t>folosească</a:t>
            </a:r>
            <a:r>
              <a:rPr lang="en-US" sz="2400" i="1">
                <a:latin typeface="Calibri"/>
                <a:ea typeface="Calibri"/>
                <a:cs typeface="Calibri"/>
                <a:sym typeface="Calibri"/>
              </a:rPr>
              <a:t> </a:t>
            </a:r>
            <a:r>
              <a:rPr lang="en-US" sz="2400" i="1" err="1">
                <a:latin typeface="Calibri"/>
                <a:ea typeface="Calibri"/>
                <a:cs typeface="Calibri"/>
                <a:sym typeface="Calibri"/>
              </a:rPr>
              <a:t>mâinile</a:t>
            </a:r>
            <a:r>
              <a:rPr lang="en-US" sz="2400" i="1">
                <a:latin typeface="Calibri"/>
                <a:ea typeface="Calibri"/>
                <a:cs typeface="Calibri"/>
                <a:sym typeface="Calibri"/>
              </a:rPr>
              <a:t> </a:t>
            </a:r>
            <a:r>
              <a:rPr lang="en-US" sz="2400" i="1" err="1">
                <a:latin typeface="Calibri"/>
                <a:ea typeface="Calibri"/>
                <a:cs typeface="Calibri"/>
                <a:sym typeface="Calibri"/>
              </a:rPr>
              <a:t>pentru</a:t>
            </a:r>
            <a:r>
              <a:rPr lang="en-US" sz="2400" i="1">
                <a:latin typeface="Calibri"/>
                <a:ea typeface="Calibri"/>
                <a:cs typeface="Calibri"/>
                <a:sym typeface="Calibri"/>
              </a:rPr>
              <a:t> a </a:t>
            </a:r>
            <a:r>
              <a:rPr lang="en-US" sz="2400" i="1" err="1">
                <a:latin typeface="Calibri"/>
                <a:ea typeface="Calibri"/>
                <a:cs typeface="Calibri"/>
                <a:sym typeface="Calibri"/>
              </a:rPr>
              <a:t>construi</a:t>
            </a:r>
            <a:r>
              <a:rPr lang="en-US" sz="2400" i="1">
                <a:latin typeface="Calibri"/>
                <a:ea typeface="Calibri"/>
                <a:cs typeface="Calibri"/>
                <a:sym typeface="Calibri"/>
              </a:rPr>
              <a:t> clădiri din </a:t>
            </a:r>
            <a:r>
              <a:rPr lang="en-US" sz="2400" i="1" err="1">
                <a:latin typeface="Calibri"/>
                <a:ea typeface="Calibri"/>
                <a:cs typeface="Calibri"/>
                <a:sym typeface="Calibri"/>
              </a:rPr>
              <a:t>piatră</a:t>
            </a:r>
            <a:r>
              <a:rPr lang="en-US" sz="2400" i="1">
                <a:latin typeface="Calibri"/>
                <a:ea typeface="Calibri"/>
                <a:cs typeface="Calibri"/>
                <a:sym typeface="Calibri"/>
              </a:rPr>
              <a:t> </a:t>
            </a:r>
            <a:r>
              <a:rPr lang="en-US" sz="2400" i="1" err="1">
                <a:latin typeface="Calibri"/>
                <a:ea typeface="Calibri"/>
                <a:cs typeface="Calibri"/>
                <a:sym typeface="Calibri"/>
              </a:rPr>
              <a:t>sau</a:t>
            </a:r>
            <a:r>
              <a:rPr lang="en-US" sz="2400" i="1">
                <a:latin typeface="Calibri"/>
                <a:ea typeface="Calibri"/>
                <a:cs typeface="Calibri"/>
                <a:sym typeface="Calibri"/>
              </a:rPr>
              <a:t> </a:t>
            </a:r>
            <a:r>
              <a:rPr lang="en-US" sz="2400" i="1" err="1">
                <a:latin typeface="Calibri"/>
                <a:ea typeface="Calibri"/>
                <a:cs typeface="Calibri"/>
                <a:sym typeface="Calibri"/>
              </a:rPr>
              <a:t>lemn</a:t>
            </a:r>
            <a:r>
              <a:rPr lang="en-US" sz="2400" i="1">
                <a:latin typeface="Calibri"/>
                <a:ea typeface="Calibri"/>
                <a:cs typeface="Calibri"/>
                <a:sym typeface="Calibri"/>
              </a:rPr>
              <a:t>… </a:t>
            </a:r>
            <a:r>
              <a:rPr lang="en-US" sz="2400" i="1" err="1">
                <a:latin typeface="Calibri"/>
                <a:ea typeface="Calibri"/>
                <a:cs typeface="Calibri"/>
                <a:sym typeface="Calibri"/>
              </a:rPr>
              <a:t>Îl</a:t>
            </a:r>
            <a:r>
              <a:rPr lang="en-US" sz="2400" i="1">
                <a:latin typeface="Calibri"/>
                <a:ea typeface="Calibri"/>
                <a:cs typeface="Calibri"/>
                <a:sym typeface="Calibri"/>
              </a:rPr>
              <a:t> </a:t>
            </a:r>
            <a:r>
              <a:rPr lang="en-US" sz="2400" i="1" err="1">
                <a:latin typeface="Calibri"/>
                <a:ea typeface="Calibri"/>
                <a:cs typeface="Calibri"/>
                <a:sym typeface="Calibri"/>
              </a:rPr>
              <a:t>voi</a:t>
            </a:r>
            <a:r>
              <a:rPr lang="en-US" sz="2400" i="1">
                <a:latin typeface="Calibri"/>
                <a:ea typeface="Calibri"/>
                <a:cs typeface="Calibri"/>
                <a:sym typeface="Calibri"/>
              </a:rPr>
              <a:t> face </a:t>
            </a:r>
            <a:r>
              <a:rPr lang="en-US" sz="2400" i="1" err="1">
                <a:latin typeface="Calibri"/>
                <a:ea typeface="Calibri"/>
                <a:cs typeface="Calibri"/>
                <a:sym typeface="Calibri"/>
              </a:rPr>
              <a:t>hoţ</a:t>
            </a:r>
            <a:r>
              <a:rPr lang="en-US" sz="2400" i="1">
                <a:latin typeface="Calibri"/>
                <a:ea typeface="Calibri"/>
                <a:cs typeface="Calibri"/>
                <a:sym typeface="Calibri"/>
              </a:rPr>
              <a:t>, </a:t>
            </a:r>
            <a:r>
              <a:rPr lang="en-US" sz="2400" i="1" err="1">
                <a:latin typeface="Calibri"/>
                <a:ea typeface="Calibri"/>
                <a:cs typeface="Calibri"/>
                <a:sym typeface="Calibri"/>
              </a:rPr>
              <a:t>răufăcător</a:t>
            </a:r>
            <a:r>
              <a:rPr lang="en-US" sz="2400" i="1">
                <a:latin typeface="Calibri"/>
                <a:ea typeface="Calibri"/>
                <a:cs typeface="Calibri"/>
                <a:sym typeface="Calibri"/>
              </a:rPr>
              <a:t> </a:t>
            </a:r>
            <a:r>
              <a:rPr lang="en-US" sz="2400" i="1" err="1">
                <a:latin typeface="Calibri"/>
                <a:ea typeface="Calibri"/>
                <a:cs typeface="Calibri"/>
                <a:sym typeface="Calibri"/>
              </a:rPr>
              <a:t>sau</a:t>
            </a:r>
            <a:r>
              <a:rPr lang="en-US" sz="2400" i="1">
                <a:latin typeface="Calibri"/>
                <a:ea typeface="Calibri"/>
                <a:cs typeface="Calibri"/>
                <a:sym typeface="Calibri"/>
              </a:rPr>
              <a:t> </a:t>
            </a:r>
            <a:r>
              <a:rPr lang="en-US" sz="2400" i="1" err="1">
                <a:latin typeface="Calibri"/>
                <a:ea typeface="Calibri"/>
                <a:cs typeface="Calibri"/>
                <a:sym typeface="Calibri"/>
              </a:rPr>
              <a:t>toxicoman</a:t>
            </a:r>
            <a:r>
              <a:rPr lang="en-US" sz="2400" i="1">
                <a:latin typeface="Calibri"/>
                <a:ea typeface="Calibri"/>
                <a:cs typeface="Calibri"/>
                <a:sym typeface="Calibri"/>
              </a:rPr>
              <a:t>. </a:t>
            </a:r>
            <a:r>
              <a:rPr lang="en-US" sz="2400" i="1" err="1">
                <a:latin typeface="Calibri"/>
                <a:ea typeface="Calibri"/>
                <a:cs typeface="Calibri"/>
                <a:sym typeface="Calibri"/>
              </a:rPr>
              <a:t>Posibilităţile</a:t>
            </a:r>
            <a:r>
              <a:rPr lang="en-US" sz="2400" i="1">
                <a:latin typeface="Calibri"/>
                <a:ea typeface="Calibri"/>
                <a:cs typeface="Calibri"/>
                <a:sym typeface="Calibri"/>
              </a:rPr>
              <a:t> </a:t>
            </a:r>
            <a:r>
              <a:rPr lang="en-US" sz="2400" i="1" err="1">
                <a:latin typeface="Calibri"/>
                <a:ea typeface="Calibri"/>
                <a:cs typeface="Calibri"/>
                <a:sym typeface="Calibri"/>
              </a:rPr>
              <a:t>în</a:t>
            </a:r>
            <a:r>
              <a:rPr lang="en-US" sz="2400" i="1">
                <a:latin typeface="Calibri"/>
                <a:ea typeface="Calibri"/>
                <a:cs typeface="Calibri"/>
                <a:sym typeface="Calibri"/>
              </a:rPr>
              <a:t> </a:t>
            </a:r>
            <a:r>
              <a:rPr lang="en-US" sz="2400" i="1" err="1">
                <a:latin typeface="Calibri"/>
                <a:ea typeface="Calibri"/>
                <a:cs typeface="Calibri"/>
                <a:sym typeface="Calibri"/>
              </a:rPr>
              <a:t>orice</a:t>
            </a:r>
            <a:r>
              <a:rPr lang="en-US" sz="2400" i="1">
                <a:latin typeface="Calibri"/>
                <a:ea typeface="Calibri"/>
                <a:cs typeface="Calibri"/>
                <a:sym typeface="Calibri"/>
              </a:rPr>
              <a:t> </a:t>
            </a:r>
            <a:r>
              <a:rPr lang="en-US" sz="2400" i="1" err="1">
                <a:latin typeface="Calibri"/>
                <a:ea typeface="Calibri"/>
                <a:cs typeface="Calibri"/>
                <a:sym typeface="Calibri"/>
              </a:rPr>
              <a:t>direcţie</a:t>
            </a:r>
            <a:r>
              <a:rPr lang="en-US" sz="2400" i="1">
                <a:latin typeface="Calibri"/>
                <a:ea typeface="Calibri"/>
                <a:cs typeface="Calibri"/>
                <a:sym typeface="Calibri"/>
              </a:rPr>
              <a:t> sunt </a:t>
            </a:r>
            <a:r>
              <a:rPr lang="en-US" sz="2400" i="1" err="1">
                <a:latin typeface="Calibri"/>
                <a:ea typeface="Calibri"/>
                <a:cs typeface="Calibri"/>
                <a:sym typeface="Calibri"/>
              </a:rPr>
              <a:t>nenumărate</a:t>
            </a:r>
            <a:r>
              <a:rPr lang="en-US" sz="2400" i="1">
                <a:latin typeface="Calibri"/>
                <a:ea typeface="Calibri"/>
                <a:cs typeface="Calibri"/>
                <a:sym typeface="Calibri"/>
              </a:rPr>
              <a:t>… </a:t>
            </a:r>
            <a:r>
              <a:rPr lang="en-US" sz="2400" i="1" err="1">
                <a:latin typeface="Calibri"/>
                <a:ea typeface="Calibri"/>
                <a:cs typeface="Calibri"/>
                <a:sym typeface="Calibri"/>
              </a:rPr>
              <a:t>Oamenii</a:t>
            </a:r>
            <a:r>
              <a:rPr lang="en-US" sz="2400" i="1">
                <a:latin typeface="Calibri"/>
                <a:ea typeface="Calibri"/>
                <a:cs typeface="Calibri"/>
                <a:sym typeface="Calibri"/>
              </a:rPr>
              <a:t> se </a:t>
            </a:r>
            <a:r>
              <a:rPr lang="en-US" sz="2400" i="1" err="1">
                <a:latin typeface="Calibri"/>
                <a:ea typeface="Calibri"/>
                <a:cs typeface="Calibri"/>
                <a:sym typeface="Calibri"/>
              </a:rPr>
              <a:t>construiesc</a:t>
            </a:r>
            <a:r>
              <a:rPr lang="en-US" sz="2400" i="1">
                <a:latin typeface="Calibri"/>
                <a:ea typeface="Calibri"/>
                <a:cs typeface="Calibri"/>
                <a:sym typeface="Calibri"/>
              </a:rPr>
              <a:t> </a:t>
            </a:r>
            <a:r>
              <a:rPr lang="en-US" sz="2400" i="1" err="1">
                <a:latin typeface="Calibri"/>
                <a:ea typeface="Calibri"/>
                <a:cs typeface="Calibri"/>
                <a:sym typeface="Calibri"/>
              </a:rPr>
              <a:t>şi</a:t>
            </a:r>
            <a:r>
              <a:rPr lang="en-US" sz="2400" i="1">
                <a:latin typeface="Calibri"/>
                <a:ea typeface="Calibri"/>
                <a:cs typeface="Calibri"/>
                <a:sym typeface="Calibri"/>
              </a:rPr>
              <a:t> nu se </a:t>
            </a:r>
            <a:r>
              <a:rPr lang="en-US" sz="2400" i="1" err="1">
                <a:latin typeface="Calibri"/>
                <a:ea typeface="Calibri"/>
                <a:cs typeface="Calibri"/>
                <a:sym typeface="Calibri"/>
              </a:rPr>
              <a:t>nasc</a:t>
            </a:r>
            <a:r>
              <a:rPr lang="en-US" sz="2400" i="1">
                <a:latin typeface="Calibri"/>
                <a:ea typeface="Calibri"/>
                <a:cs typeface="Calibri"/>
                <a:sym typeface="Calibri"/>
              </a:rPr>
              <a:t>.” (Watson)</a:t>
            </a:r>
            <a:endParaRPr/>
          </a:p>
        </p:txBody>
      </p:sp>
      <p:pic>
        <p:nvPicPr>
          <p:cNvPr id="280" name="Google Shape;280;p17" descr="john-broadus-watson.jpg"/>
          <p:cNvPicPr preferRelativeResize="0"/>
          <p:nvPr/>
        </p:nvPicPr>
        <p:blipFill rotWithShape="1">
          <a:blip r:embed="rId3">
            <a:alphaModFix/>
          </a:blip>
          <a:srcRect/>
          <a:stretch/>
        </p:blipFill>
        <p:spPr>
          <a:xfrm>
            <a:off x="5687229" y="1155360"/>
            <a:ext cx="3317701" cy="4776794"/>
          </a:xfrm>
          <a:prstGeom prst="rect">
            <a:avLst/>
          </a:prstGeom>
          <a:noFill/>
          <a:ln>
            <a:noFill/>
          </a:ln>
        </p:spPr>
      </p:pic>
      <p:sp>
        <p:nvSpPr>
          <p:cNvPr id="281" name="Google Shape;281;p17"/>
          <p:cNvSpPr txBox="1"/>
          <p:nvPr/>
        </p:nvSpPr>
        <p:spPr>
          <a:xfrm>
            <a:off x="6660232" y="6076133"/>
            <a:ext cx="1891865" cy="64633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entury Gothic"/>
                <a:ea typeface="Century Gothic"/>
                <a:cs typeface="Century Gothic"/>
                <a:sym typeface="Century Gothic"/>
              </a:rPr>
              <a:t>John B. Watson</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entury Gothic"/>
                <a:ea typeface="Century Gothic"/>
                <a:cs typeface="Century Gothic"/>
                <a:sym typeface="Century Gothic"/>
              </a:rPr>
              <a:t>(1878-1958)</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85"/>
        <p:cNvGrpSpPr/>
        <p:nvPr/>
      </p:nvGrpSpPr>
      <p:grpSpPr>
        <a:xfrm>
          <a:off x="0" y="0"/>
          <a:ext cx="0" cy="0"/>
          <a:chOff x="0" y="0"/>
          <a:chExt cx="0" cy="0"/>
        </a:xfrm>
      </p:grpSpPr>
      <p:sp>
        <p:nvSpPr>
          <p:cNvPr id="286" name="Google Shape;286;p18"/>
          <p:cNvSpPr txBox="1">
            <a:spLocks noGrp="1"/>
          </p:cNvSpPr>
          <p:nvPr>
            <p:ph type="title"/>
          </p:nvPr>
        </p:nvSpPr>
        <p:spPr>
          <a:xfrm>
            <a:off x="1945201" y="624110"/>
            <a:ext cx="6589199" cy="128089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Clr>
                <a:srgbClr val="5B1D12"/>
              </a:buClr>
              <a:buSzPts val="3200"/>
              <a:buFont typeface="Century Gothic"/>
              <a:buNone/>
            </a:pPr>
            <a:r>
              <a:rPr lang="en-US" sz="3200" b="1">
                <a:solidFill>
                  <a:srgbClr val="5B1D12"/>
                </a:solidFill>
              </a:rPr>
              <a:t>Paradigma comportamentală</a:t>
            </a:r>
            <a:endParaRPr/>
          </a:p>
        </p:txBody>
      </p:sp>
      <p:sp>
        <p:nvSpPr>
          <p:cNvPr id="287" name="Google Shape;287;p18"/>
          <p:cNvSpPr txBox="1">
            <a:spLocks noGrp="1"/>
          </p:cNvSpPr>
          <p:nvPr>
            <p:ph type="body" idx="1"/>
          </p:nvPr>
        </p:nvSpPr>
        <p:spPr>
          <a:xfrm>
            <a:off x="4018355" y="1628800"/>
            <a:ext cx="4985390" cy="4053822"/>
          </a:xfrm>
          <a:prstGeom prst="rect">
            <a:avLst/>
          </a:prstGeom>
          <a:noFill/>
          <a:ln>
            <a:noFill/>
          </a:ln>
        </p:spPr>
        <p:txBody>
          <a:bodyPr spcFirstLastPara="1" wrap="square" lIns="91425" tIns="45700" rIns="91425" bIns="45700" anchor="t" anchorCtr="0">
            <a:normAutofit fontScale="92500" lnSpcReduction="10000"/>
          </a:bodyPr>
          <a:lstStyle/>
          <a:p>
            <a:pPr marL="342900" lvl="0" indent="-342900" algn="just" rtl="0">
              <a:lnSpc>
                <a:spcPct val="150000"/>
              </a:lnSpc>
              <a:spcBef>
                <a:spcPts val="0"/>
              </a:spcBef>
              <a:spcAft>
                <a:spcPts val="0"/>
              </a:spcAft>
              <a:buSzPct val="100000"/>
              <a:buChar char="?"/>
            </a:pPr>
            <a:r>
              <a:rPr lang="en-US">
                <a:latin typeface="Calibri"/>
                <a:ea typeface="Calibri"/>
                <a:cs typeface="Calibri"/>
                <a:sym typeface="Calibri"/>
              </a:rPr>
              <a:t>Nimeni nu întreabă ce e de făcut pentru a motiva un bebeluș. Un bebeluș explorează în mod natural tot ceea ce intră în contact cu el, mai puțin atunci când forțe de constrângere au acționat asupra lui. Atunci, această tendință nu doar se diminuează, ea este ștearsă în totalitate. – Skinner</a:t>
            </a:r>
            <a:endParaRPr/>
          </a:p>
          <a:p>
            <a:pPr marL="342900" lvl="0" indent="-342900" algn="just" rtl="0">
              <a:lnSpc>
                <a:spcPct val="150000"/>
              </a:lnSpc>
              <a:spcBef>
                <a:spcPts val="1000"/>
              </a:spcBef>
              <a:spcAft>
                <a:spcPts val="0"/>
              </a:spcAft>
              <a:buSzPct val="100000"/>
              <a:buChar char="?"/>
            </a:pPr>
            <a:r>
              <a:rPr lang="en-US">
                <a:latin typeface="Calibri"/>
                <a:ea typeface="Calibri"/>
                <a:cs typeface="Calibri"/>
                <a:sym typeface="Calibri"/>
              </a:rPr>
              <a:t>O persoană care a fost pedepsită, nu este pur și simplu mai puțin inclinată să acționeze într-un anume fel; în cel mai bun caz, învață să evite pedeapsa. - Skinner</a:t>
            </a:r>
            <a:endParaRPr/>
          </a:p>
        </p:txBody>
      </p:sp>
      <p:pic>
        <p:nvPicPr>
          <p:cNvPr id="288" name="Google Shape;288;p18" descr="Perspectiva învățării: teoria lui B. F. Skinner asupra dezvoltării  personalității (condiționare clasică/condiționare operantă) și teoria  învățării sociale – Lumen in mundo"/>
          <p:cNvPicPr preferRelativeResize="0"/>
          <p:nvPr/>
        </p:nvPicPr>
        <p:blipFill rotWithShape="1">
          <a:blip r:embed="rId3">
            <a:alphaModFix/>
          </a:blip>
          <a:srcRect l="22203" t="4367" r="19557"/>
          <a:stretch/>
        </p:blipFill>
        <p:spPr>
          <a:xfrm>
            <a:off x="159399" y="1628800"/>
            <a:ext cx="3858956" cy="3960440"/>
          </a:xfrm>
          <a:prstGeom prst="rect">
            <a:avLst/>
          </a:prstGeom>
          <a:noFill/>
          <a:ln>
            <a:noFill/>
          </a:ln>
        </p:spPr>
      </p:pic>
      <p:sp>
        <p:nvSpPr>
          <p:cNvPr id="289" name="Google Shape;289;p18"/>
          <p:cNvSpPr txBox="1"/>
          <p:nvPr/>
        </p:nvSpPr>
        <p:spPr>
          <a:xfrm>
            <a:off x="755576" y="5682622"/>
            <a:ext cx="2850460"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entury Gothic"/>
                <a:ea typeface="Century Gothic"/>
                <a:cs typeface="Century Gothic"/>
                <a:sym typeface="Century Gothic"/>
              </a:rPr>
              <a:t>Burrhus Frederic Skinner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entury Gothic"/>
                <a:ea typeface="Century Gothic"/>
                <a:cs typeface="Century Gothic"/>
                <a:sym typeface="Century Gothic"/>
              </a:rPr>
              <a:t>(1904 – 1990)</a:t>
            </a:r>
            <a:endParaRPr sz="1800" b="0" i="0" u="none" strike="noStrike" cap="none">
              <a:solidFill>
                <a:schemeClr val="dk1"/>
              </a:solidFill>
              <a:latin typeface="Century Gothic"/>
              <a:ea typeface="Century Gothic"/>
              <a:cs typeface="Century Gothic"/>
              <a:sym typeface="Century Gothic"/>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93"/>
        <p:cNvGrpSpPr/>
        <p:nvPr/>
      </p:nvGrpSpPr>
      <p:grpSpPr>
        <a:xfrm>
          <a:off x="0" y="0"/>
          <a:ext cx="0" cy="0"/>
          <a:chOff x="0" y="0"/>
          <a:chExt cx="0" cy="0"/>
        </a:xfrm>
      </p:grpSpPr>
      <p:sp>
        <p:nvSpPr>
          <p:cNvPr id="294" name="Google Shape;294;p19"/>
          <p:cNvSpPr txBox="1">
            <a:spLocks noGrp="1"/>
          </p:cNvSpPr>
          <p:nvPr>
            <p:ph type="title"/>
          </p:nvPr>
        </p:nvSpPr>
        <p:spPr>
          <a:xfrm>
            <a:off x="1945201" y="624110"/>
            <a:ext cx="6589199" cy="1280890"/>
          </a:xfrm>
          <a:prstGeom prst="rect">
            <a:avLst/>
          </a:prstGeom>
          <a:noFill/>
          <a:ln>
            <a:noFill/>
          </a:ln>
        </p:spPr>
        <p:txBody>
          <a:bodyPr spcFirstLastPara="1" wrap="square" lIns="91425" tIns="45700" rIns="91425" bIns="45700" anchor="t" anchorCtr="0">
            <a:normAutofit fontScale="90000"/>
          </a:bodyPr>
          <a:lstStyle/>
          <a:p>
            <a:pPr marL="0" lvl="0" indent="0" algn="l" rtl="0">
              <a:lnSpc>
                <a:spcPct val="100000"/>
              </a:lnSpc>
              <a:spcBef>
                <a:spcPts val="0"/>
              </a:spcBef>
              <a:spcAft>
                <a:spcPts val="0"/>
              </a:spcAft>
              <a:buClr>
                <a:srgbClr val="892C1C"/>
              </a:buClr>
              <a:buSzPct val="100000"/>
              <a:buFont typeface="Century Gothic"/>
              <a:buNone/>
            </a:pPr>
            <a:r>
              <a:rPr lang="en-US" b="1">
                <a:solidFill>
                  <a:srgbClr val="892C1C"/>
                </a:solidFill>
              </a:rPr>
              <a:t>Paradigma Comportamentală</a:t>
            </a:r>
            <a:br>
              <a:rPr lang="en-US" b="1">
                <a:solidFill>
                  <a:srgbClr val="892C1C"/>
                </a:solidFill>
              </a:rPr>
            </a:br>
            <a:endParaRPr b="1">
              <a:solidFill>
                <a:srgbClr val="892C1C"/>
              </a:solidFill>
            </a:endParaRPr>
          </a:p>
        </p:txBody>
      </p:sp>
      <p:sp>
        <p:nvSpPr>
          <p:cNvPr id="295" name="Google Shape;295;p19"/>
          <p:cNvSpPr txBox="1">
            <a:spLocks noGrp="1"/>
          </p:cNvSpPr>
          <p:nvPr>
            <p:ph type="body" idx="1"/>
          </p:nvPr>
        </p:nvSpPr>
        <p:spPr>
          <a:xfrm>
            <a:off x="457200" y="2249424"/>
            <a:ext cx="6543692" cy="4325112"/>
          </a:xfrm>
          <a:prstGeom prst="rect">
            <a:avLst/>
          </a:prstGeom>
          <a:noFill/>
          <a:ln>
            <a:noFill/>
          </a:ln>
        </p:spPr>
        <p:txBody>
          <a:bodyPr spcFirstLastPara="1" wrap="square" lIns="91425" tIns="45700" rIns="91425" bIns="45700" anchor="t" anchorCtr="0">
            <a:normAutofit/>
          </a:bodyPr>
          <a:lstStyle/>
          <a:p>
            <a:pPr marL="342900" lvl="0" indent="-342900" algn="l" rtl="0">
              <a:lnSpc>
                <a:spcPct val="150000"/>
              </a:lnSpc>
              <a:spcBef>
                <a:spcPts val="0"/>
              </a:spcBef>
              <a:spcAft>
                <a:spcPts val="0"/>
              </a:spcAft>
              <a:buSzPts val="1800"/>
              <a:buChar char="?"/>
            </a:pPr>
            <a:r>
              <a:rPr lang="en-US">
                <a:solidFill>
                  <a:srgbClr val="892C1C"/>
                </a:solidFill>
                <a:latin typeface="Calibri"/>
                <a:ea typeface="Calibri"/>
                <a:cs typeface="Calibri"/>
                <a:sym typeface="Calibri"/>
              </a:rPr>
              <a:t>Bazele comportamentului:</a:t>
            </a:r>
            <a:r>
              <a:rPr lang="en-US">
                <a:solidFill>
                  <a:srgbClr val="5B1D12"/>
                </a:solidFill>
                <a:latin typeface="Calibri"/>
                <a:ea typeface="Calibri"/>
                <a:cs typeface="Calibri"/>
                <a:sym typeface="Calibri"/>
              </a:rPr>
              <a:t> factori de mediu, evenimente </a:t>
            </a:r>
            <a:r>
              <a:rPr lang="en-US">
                <a:latin typeface="Calibri"/>
                <a:ea typeface="Calibri"/>
                <a:cs typeface="Calibri"/>
                <a:sym typeface="Calibri"/>
              </a:rPr>
              <a:t>(asocieri)</a:t>
            </a:r>
            <a:endParaRPr>
              <a:latin typeface="Calibri"/>
              <a:ea typeface="Calibri"/>
              <a:cs typeface="Calibri"/>
              <a:sym typeface="Calibri"/>
            </a:endParaRPr>
          </a:p>
          <a:p>
            <a:pPr marL="342900" lvl="0" indent="-342900" algn="l" rtl="0">
              <a:lnSpc>
                <a:spcPct val="150000"/>
              </a:lnSpc>
              <a:spcBef>
                <a:spcPts val="1000"/>
              </a:spcBef>
              <a:spcAft>
                <a:spcPts val="0"/>
              </a:spcAft>
              <a:buSzPts val="1800"/>
              <a:buNone/>
            </a:pPr>
            <a:endParaRPr>
              <a:latin typeface="Calibri"/>
              <a:ea typeface="Calibri"/>
              <a:cs typeface="Calibri"/>
              <a:sym typeface="Calibri"/>
            </a:endParaRPr>
          </a:p>
          <a:p>
            <a:pPr marL="342900" lvl="0" indent="-342900" algn="l" rtl="0">
              <a:lnSpc>
                <a:spcPct val="150000"/>
              </a:lnSpc>
              <a:spcBef>
                <a:spcPts val="1000"/>
              </a:spcBef>
              <a:spcAft>
                <a:spcPts val="0"/>
              </a:spcAft>
              <a:buSzPts val="1800"/>
              <a:buChar char="?"/>
            </a:pPr>
            <a:r>
              <a:rPr lang="en-US">
                <a:solidFill>
                  <a:srgbClr val="892C1C"/>
                </a:solidFill>
                <a:latin typeface="Calibri"/>
                <a:ea typeface="Calibri"/>
                <a:cs typeface="Calibri"/>
                <a:sym typeface="Calibri"/>
              </a:rPr>
              <a:t>Dezvoltarea personalității:</a:t>
            </a:r>
            <a:r>
              <a:rPr lang="en-US">
                <a:latin typeface="Calibri"/>
                <a:ea typeface="Calibri"/>
                <a:cs typeface="Calibri"/>
                <a:sym typeface="Calibri"/>
              </a:rPr>
              <a:t> comportamente învățate</a:t>
            </a:r>
            <a:endParaRPr/>
          </a:p>
          <a:p>
            <a:pPr marL="342900" lvl="0" indent="-342900" algn="l" rtl="0">
              <a:lnSpc>
                <a:spcPct val="150000"/>
              </a:lnSpc>
              <a:spcBef>
                <a:spcPts val="1000"/>
              </a:spcBef>
              <a:spcAft>
                <a:spcPts val="0"/>
              </a:spcAft>
              <a:buSzPts val="1800"/>
              <a:buNone/>
            </a:pPr>
            <a:endParaRPr>
              <a:latin typeface="Calibri"/>
              <a:ea typeface="Calibri"/>
              <a:cs typeface="Calibri"/>
              <a:sym typeface="Calibri"/>
            </a:endParaRPr>
          </a:p>
          <a:p>
            <a:pPr marL="342900" lvl="0" indent="-342900" algn="l" rtl="0">
              <a:lnSpc>
                <a:spcPct val="150000"/>
              </a:lnSpc>
              <a:spcBef>
                <a:spcPts val="1000"/>
              </a:spcBef>
              <a:spcAft>
                <a:spcPts val="0"/>
              </a:spcAft>
              <a:buSzPts val="1800"/>
              <a:buChar char="?"/>
            </a:pPr>
            <a:r>
              <a:rPr lang="en-US">
                <a:latin typeface="Calibri"/>
                <a:ea typeface="Calibri"/>
                <a:cs typeface="Calibri"/>
                <a:sym typeface="Calibri"/>
              </a:rPr>
              <a:t> </a:t>
            </a:r>
            <a:r>
              <a:rPr lang="en-US">
                <a:solidFill>
                  <a:srgbClr val="892C1C"/>
                </a:solidFill>
                <a:latin typeface="Calibri"/>
                <a:ea typeface="Calibri"/>
                <a:cs typeface="Calibri"/>
                <a:sym typeface="Calibri"/>
              </a:rPr>
              <a:t>Sursa psihopatologiei: </a:t>
            </a:r>
            <a:r>
              <a:rPr lang="en-US">
                <a:latin typeface="Calibri"/>
                <a:ea typeface="Calibri"/>
                <a:cs typeface="Calibri"/>
                <a:sym typeface="Calibri"/>
              </a:rPr>
              <a:t>învățare bazată pe experiență</a:t>
            </a:r>
            <a:endParaRPr/>
          </a:p>
          <a:p>
            <a:pPr marL="342900" lvl="0" indent="-342900" algn="l" rtl="0">
              <a:lnSpc>
                <a:spcPct val="150000"/>
              </a:lnSpc>
              <a:spcBef>
                <a:spcPts val="1000"/>
              </a:spcBef>
              <a:spcAft>
                <a:spcPts val="0"/>
              </a:spcAft>
              <a:buSzPts val="1800"/>
              <a:buNone/>
            </a:pPr>
            <a:endParaRPr>
              <a:latin typeface="Calibri"/>
              <a:ea typeface="Calibri"/>
              <a:cs typeface="Calibri"/>
              <a:sym typeface="Calibri"/>
            </a:endParaRPr>
          </a:p>
          <a:p>
            <a:pPr marL="342900" lvl="0" indent="-228600" algn="l" rtl="0">
              <a:lnSpc>
                <a:spcPct val="150000"/>
              </a:lnSpc>
              <a:spcBef>
                <a:spcPts val="1000"/>
              </a:spcBef>
              <a:spcAft>
                <a:spcPts val="0"/>
              </a:spcAft>
              <a:buSzPts val="1800"/>
              <a:buNone/>
            </a:pPr>
            <a:endParaRPr>
              <a:latin typeface="Calibri"/>
              <a:ea typeface="Calibri"/>
              <a:cs typeface="Calibri"/>
              <a:sym typeface="Calibri"/>
            </a:endParaRPr>
          </a:p>
          <a:p>
            <a:pPr marL="342900" lvl="0" indent="-228600" algn="l" rtl="0">
              <a:lnSpc>
                <a:spcPct val="150000"/>
              </a:lnSpc>
              <a:spcBef>
                <a:spcPts val="1000"/>
              </a:spcBef>
              <a:spcAft>
                <a:spcPts val="0"/>
              </a:spcAft>
              <a:buSzPts val="1800"/>
              <a:buNone/>
            </a:pPr>
            <a:endParaRPr>
              <a:latin typeface="Calibri"/>
              <a:ea typeface="Calibri"/>
              <a:cs typeface="Calibri"/>
              <a:sym typeface="Calibri"/>
            </a:endParaRPr>
          </a:p>
        </p:txBody>
      </p:sp>
      <p:pic>
        <p:nvPicPr>
          <p:cNvPr id="296" name="Google Shape;296;p19" descr="puppet_.gif"/>
          <p:cNvPicPr preferRelativeResize="0"/>
          <p:nvPr/>
        </p:nvPicPr>
        <p:blipFill rotWithShape="1">
          <a:blip r:embed="rId3">
            <a:alphaModFix/>
          </a:blip>
          <a:srcRect/>
          <a:stretch/>
        </p:blipFill>
        <p:spPr>
          <a:xfrm>
            <a:off x="6732240" y="1596182"/>
            <a:ext cx="2286000" cy="332422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301" name="Google Shape;301;p20"/>
          <p:cNvSpPr txBox="1">
            <a:spLocks noGrp="1"/>
          </p:cNvSpPr>
          <p:nvPr>
            <p:ph type="body" idx="1"/>
          </p:nvPr>
        </p:nvSpPr>
        <p:spPr>
          <a:xfrm>
            <a:off x="457200" y="1214422"/>
            <a:ext cx="8229600" cy="5360114"/>
          </a:xfrm>
          <a:prstGeom prst="rect">
            <a:avLst/>
          </a:prstGeom>
          <a:noFill/>
          <a:ln>
            <a:noFill/>
          </a:ln>
        </p:spPr>
        <p:txBody>
          <a:bodyPr spcFirstLastPara="1" wrap="square" lIns="91425" tIns="45700" rIns="91425" bIns="45700" anchor="t" anchorCtr="0">
            <a:normAutofit/>
          </a:bodyPr>
          <a:lstStyle/>
          <a:p>
            <a:pPr marL="342900" lvl="0" indent="-342900" algn="just" rtl="0">
              <a:lnSpc>
                <a:spcPct val="150000"/>
              </a:lnSpc>
              <a:spcBef>
                <a:spcPts val="0"/>
              </a:spcBef>
              <a:spcAft>
                <a:spcPts val="0"/>
              </a:spcAft>
              <a:buSzPts val="1800"/>
              <a:buChar char="?"/>
            </a:pPr>
            <a:r>
              <a:rPr lang="en-US" b="1">
                <a:latin typeface="Calibri"/>
                <a:ea typeface="Calibri"/>
                <a:cs typeface="Calibri"/>
                <a:sym typeface="Calibri"/>
              </a:rPr>
              <a:t>Tehnici utilizate: </a:t>
            </a:r>
            <a:r>
              <a:rPr lang="en-US">
                <a:latin typeface="Calibri"/>
                <a:ea typeface="Calibri"/>
                <a:cs typeface="Calibri"/>
                <a:sym typeface="Calibri"/>
              </a:rPr>
              <a:t>experiment, observația (studiul comportamentelor observabile)</a:t>
            </a:r>
            <a:endParaRPr>
              <a:latin typeface="Calibri"/>
              <a:ea typeface="Calibri"/>
              <a:cs typeface="Calibri"/>
              <a:sym typeface="Calibri"/>
            </a:endParaRPr>
          </a:p>
          <a:p>
            <a:pPr marL="342900" lvl="0" indent="-342900" algn="just" rtl="0">
              <a:lnSpc>
                <a:spcPct val="150000"/>
              </a:lnSpc>
              <a:spcBef>
                <a:spcPts val="1000"/>
              </a:spcBef>
              <a:spcAft>
                <a:spcPts val="0"/>
              </a:spcAft>
              <a:buSzPts val="1800"/>
              <a:buChar char="?"/>
            </a:pPr>
            <a:r>
              <a:rPr lang="en-US">
                <a:latin typeface="Calibri"/>
                <a:ea typeface="Calibri"/>
                <a:cs typeface="Calibri"/>
                <a:sym typeface="Calibri"/>
              </a:rPr>
              <a:t>Intărire pozitivă şi negativă vs Pedeapsă</a:t>
            </a:r>
            <a:endParaRPr>
              <a:latin typeface="Calibri"/>
              <a:ea typeface="Calibri"/>
              <a:cs typeface="Calibri"/>
              <a:sym typeface="Calibri"/>
            </a:endParaRPr>
          </a:p>
          <a:p>
            <a:pPr marL="342900" lvl="0" indent="-342900" algn="just" rtl="0">
              <a:lnSpc>
                <a:spcPct val="150000"/>
              </a:lnSpc>
              <a:spcBef>
                <a:spcPts val="1000"/>
              </a:spcBef>
              <a:spcAft>
                <a:spcPts val="0"/>
              </a:spcAft>
              <a:buSzPts val="1800"/>
              <a:buNone/>
            </a:pPr>
            <a:endParaRPr>
              <a:latin typeface="Calibri"/>
              <a:ea typeface="Calibri"/>
              <a:cs typeface="Calibri"/>
              <a:sym typeface="Calibri"/>
            </a:endParaRPr>
          </a:p>
          <a:p>
            <a:pPr marL="342900" lvl="0" indent="-342900" algn="just" rtl="0">
              <a:lnSpc>
                <a:spcPct val="150000"/>
              </a:lnSpc>
              <a:spcBef>
                <a:spcPts val="1000"/>
              </a:spcBef>
              <a:spcAft>
                <a:spcPts val="0"/>
              </a:spcAft>
              <a:buSzPts val="1800"/>
              <a:buNone/>
            </a:pPr>
            <a:endParaRPr>
              <a:latin typeface="Calibri"/>
              <a:ea typeface="Calibri"/>
              <a:cs typeface="Calibri"/>
              <a:sym typeface="Calibri"/>
            </a:endParaRPr>
          </a:p>
          <a:p>
            <a:pPr marL="342900" lvl="0" indent="-342900" algn="just" rtl="0">
              <a:lnSpc>
                <a:spcPct val="150000"/>
              </a:lnSpc>
              <a:spcBef>
                <a:spcPts val="1000"/>
              </a:spcBef>
              <a:spcAft>
                <a:spcPts val="0"/>
              </a:spcAft>
              <a:buSzPts val="2400"/>
              <a:buChar char="?"/>
            </a:pPr>
            <a:r>
              <a:rPr lang="en-US" sz="2400" b="1">
                <a:latin typeface="Calibri"/>
                <a:ea typeface="Calibri"/>
                <a:cs typeface="Calibri"/>
                <a:sym typeface="Calibri"/>
              </a:rPr>
              <a:t>Critici: </a:t>
            </a:r>
            <a:endParaRPr/>
          </a:p>
          <a:p>
            <a:pPr marL="742950" lvl="1" indent="-285750" algn="just" rtl="0">
              <a:lnSpc>
                <a:spcPct val="150000"/>
              </a:lnSpc>
              <a:spcBef>
                <a:spcPts val="1000"/>
              </a:spcBef>
              <a:spcAft>
                <a:spcPts val="0"/>
              </a:spcAft>
              <a:buSzPts val="2000"/>
              <a:buChar char="?"/>
            </a:pPr>
            <a:r>
              <a:rPr lang="en-US" sz="2000">
                <a:latin typeface="Calibri"/>
                <a:ea typeface="Calibri"/>
                <a:cs typeface="Calibri"/>
                <a:sym typeface="Calibri"/>
              </a:rPr>
              <a:t>Subestimarea factorilor</a:t>
            </a:r>
            <a:endParaRPr/>
          </a:p>
          <a:p>
            <a:pPr marL="742950" lvl="1" indent="-285750" algn="just" rtl="0">
              <a:lnSpc>
                <a:spcPct val="150000"/>
              </a:lnSpc>
              <a:spcBef>
                <a:spcPts val="1000"/>
              </a:spcBef>
              <a:spcAft>
                <a:spcPts val="0"/>
              </a:spcAft>
              <a:buSzPts val="2000"/>
              <a:buNone/>
            </a:pPr>
            <a:r>
              <a:rPr lang="en-US" sz="2000">
                <a:latin typeface="Calibri"/>
                <a:ea typeface="Calibri"/>
                <a:cs typeface="Calibri"/>
                <a:sym typeface="Calibri"/>
              </a:rPr>
              <a:t> interni</a:t>
            </a:r>
            <a:endParaRPr/>
          </a:p>
          <a:p>
            <a:pPr marL="742950" lvl="1" indent="-285750" algn="just" rtl="0">
              <a:lnSpc>
                <a:spcPct val="150000"/>
              </a:lnSpc>
              <a:spcBef>
                <a:spcPts val="1000"/>
              </a:spcBef>
              <a:spcAft>
                <a:spcPts val="0"/>
              </a:spcAft>
              <a:buSzPts val="2000"/>
              <a:buChar char="?"/>
            </a:pPr>
            <a:r>
              <a:rPr lang="en-US" sz="2000">
                <a:latin typeface="Calibri"/>
                <a:ea typeface="Calibri"/>
                <a:cs typeface="Calibri"/>
                <a:sym typeface="Calibri"/>
              </a:rPr>
              <a:t>Black box</a:t>
            </a:r>
            <a:endParaRPr/>
          </a:p>
          <a:p>
            <a:pPr marL="742950" lvl="1" indent="-285750" algn="just" rtl="0">
              <a:lnSpc>
                <a:spcPct val="150000"/>
              </a:lnSpc>
              <a:spcBef>
                <a:spcPts val="1000"/>
              </a:spcBef>
              <a:spcAft>
                <a:spcPts val="0"/>
              </a:spcAft>
              <a:buSzPts val="1600"/>
              <a:buNone/>
            </a:pPr>
            <a:endParaRPr>
              <a:latin typeface="Calibri"/>
              <a:ea typeface="Calibri"/>
              <a:cs typeface="Calibri"/>
              <a:sym typeface="Calibri"/>
            </a:endParaRPr>
          </a:p>
          <a:p>
            <a:pPr marL="742950" lvl="1" indent="-184150" algn="just" rtl="0">
              <a:lnSpc>
                <a:spcPct val="150000"/>
              </a:lnSpc>
              <a:spcBef>
                <a:spcPts val="1000"/>
              </a:spcBef>
              <a:spcAft>
                <a:spcPts val="0"/>
              </a:spcAft>
              <a:buSzPts val="1600"/>
              <a:buNone/>
            </a:pPr>
            <a:endParaRPr>
              <a:latin typeface="Calibri"/>
              <a:ea typeface="Calibri"/>
              <a:cs typeface="Calibri"/>
              <a:sym typeface="Calibri"/>
            </a:endParaRPr>
          </a:p>
          <a:p>
            <a:pPr marL="742950" lvl="1" indent="-184150" algn="just" rtl="0">
              <a:lnSpc>
                <a:spcPct val="150000"/>
              </a:lnSpc>
              <a:spcBef>
                <a:spcPts val="1000"/>
              </a:spcBef>
              <a:spcAft>
                <a:spcPts val="0"/>
              </a:spcAft>
              <a:buSzPts val="1600"/>
              <a:buNone/>
            </a:pPr>
            <a:endParaRPr>
              <a:latin typeface="Calibri"/>
              <a:ea typeface="Calibri"/>
              <a:cs typeface="Calibri"/>
              <a:sym typeface="Calibri"/>
            </a:endParaRPr>
          </a:p>
          <a:p>
            <a:pPr marL="342900" lvl="0" indent="-228600" algn="just" rtl="0">
              <a:lnSpc>
                <a:spcPct val="150000"/>
              </a:lnSpc>
              <a:spcBef>
                <a:spcPts val="1000"/>
              </a:spcBef>
              <a:spcAft>
                <a:spcPts val="0"/>
              </a:spcAft>
              <a:buSzPts val="1800"/>
              <a:buNone/>
            </a:pPr>
            <a:endParaRPr>
              <a:latin typeface="Calibri"/>
              <a:ea typeface="Calibri"/>
              <a:cs typeface="Calibri"/>
              <a:sym typeface="Calibri"/>
            </a:endParaRPr>
          </a:p>
        </p:txBody>
      </p:sp>
      <p:pic>
        <p:nvPicPr>
          <p:cNvPr id="302" name="Google Shape;302;p20" descr="behaviorism1.jpg"/>
          <p:cNvPicPr preferRelativeResize="0"/>
          <p:nvPr/>
        </p:nvPicPr>
        <p:blipFill rotWithShape="1">
          <a:blip r:embed="rId3">
            <a:alphaModFix/>
          </a:blip>
          <a:srcRect/>
          <a:stretch/>
        </p:blipFill>
        <p:spPr>
          <a:xfrm>
            <a:off x="5508104" y="2636913"/>
            <a:ext cx="3073931" cy="3816424"/>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sp>
        <p:nvSpPr>
          <p:cNvPr id="307" name="Google Shape;307;p21"/>
          <p:cNvSpPr txBox="1">
            <a:spLocks noGrp="1"/>
          </p:cNvSpPr>
          <p:nvPr>
            <p:ph type="title"/>
          </p:nvPr>
        </p:nvSpPr>
        <p:spPr>
          <a:xfrm>
            <a:off x="1331640" y="548680"/>
            <a:ext cx="8229600" cy="106680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Clr>
                <a:srgbClr val="892C1C"/>
              </a:buClr>
              <a:buSzPts val="3600"/>
              <a:buFont typeface="Century Gothic"/>
              <a:buNone/>
            </a:pPr>
            <a:r>
              <a:rPr lang="en-US" b="1">
                <a:solidFill>
                  <a:srgbClr val="892C1C"/>
                </a:solidFill>
              </a:rPr>
              <a:t>Paradigma Umanistă</a:t>
            </a:r>
            <a:endParaRPr/>
          </a:p>
        </p:txBody>
      </p:sp>
      <p:sp>
        <p:nvSpPr>
          <p:cNvPr id="308" name="Google Shape;308;p21"/>
          <p:cNvSpPr txBox="1">
            <a:spLocks noGrp="1"/>
          </p:cNvSpPr>
          <p:nvPr>
            <p:ph type="body" idx="1"/>
          </p:nvPr>
        </p:nvSpPr>
        <p:spPr>
          <a:xfrm>
            <a:off x="179512" y="2348880"/>
            <a:ext cx="5760640" cy="3960440"/>
          </a:xfrm>
          <a:prstGeom prst="rect">
            <a:avLst/>
          </a:prstGeom>
          <a:noFill/>
          <a:ln>
            <a:noFill/>
          </a:ln>
        </p:spPr>
        <p:txBody>
          <a:bodyPr spcFirstLastPara="1" wrap="square" lIns="91425" tIns="45700" rIns="91425" bIns="45700" anchor="t" anchorCtr="0">
            <a:normAutofit/>
          </a:bodyPr>
          <a:lstStyle/>
          <a:p>
            <a:pPr marL="342900" lvl="0" indent="-342900" algn="ctr" rtl="0">
              <a:lnSpc>
                <a:spcPct val="100000"/>
              </a:lnSpc>
              <a:spcBef>
                <a:spcPts val="0"/>
              </a:spcBef>
              <a:spcAft>
                <a:spcPts val="0"/>
              </a:spcAft>
              <a:buSzPts val="3200"/>
              <a:buNone/>
            </a:pPr>
            <a:r>
              <a:rPr lang="en-US" sz="3200" i="1">
                <a:latin typeface="Calibri"/>
                <a:ea typeface="Calibri"/>
                <a:cs typeface="Calibri"/>
                <a:sym typeface="Calibri"/>
              </a:rPr>
              <a:t>” Dacă planifici în mod deliberat să fii mai puţin decât eşti în stare să fii, atunci trebuie să te avertizez că vei fi nefericit pentru tot restul vieţii tale.” (Maslow)</a:t>
            </a:r>
            <a:endParaRPr/>
          </a:p>
        </p:txBody>
      </p:sp>
      <p:pic>
        <p:nvPicPr>
          <p:cNvPr id="309" name="Google Shape;309;p21" descr="220px-Abraham_Maslow.jpg"/>
          <p:cNvPicPr preferRelativeResize="0"/>
          <p:nvPr/>
        </p:nvPicPr>
        <p:blipFill rotWithShape="1">
          <a:blip r:embed="rId3">
            <a:alphaModFix/>
          </a:blip>
          <a:srcRect/>
          <a:stretch/>
        </p:blipFill>
        <p:spPr>
          <a:xfrm>
            <a:off x="6008092" y="1844824"/>
            <a:ext cx="3135908" cy="3962648"/>
          </a:xfrm>
          <a:prstGeom prst="rect">
            <a:avLst/>
          </a:prstGeom>
          <a:noFill/>
          <a:ln>
            <a:noFill/>
          </a:ln>
        </p:spPr>
      </p:pic>
      <p:sp>
        <p:nvSpPr>
          <p:cNvPr id="310" name="Google Shape;310;p21"/>
          <p:cNvSpPr txBox="1"/>
          <p:nvPr/>
        </p:nvSpPr>
        <p:spPr>
          <a:xfrm>
            <a:off x="6588224" y="5815044"/>
            <a:ext cx="2165978" cy="64633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entury Gothic"/>
                <a:ea typeface="Century Gothic"/>
                <a:cs typeface="Century Gothic"/>
                <a:sym typeface="Century Gothic"/>
              </a:rPr>
              <a:t>Abraham Maslow</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entury Gothic"/>
                <a:ea typeface="Century Gothic"/>
                <a:cs typeface="Century Gothic"/>
                <a:sym typeface="Century Gothic"/>
              </a:rPr>
              <a:t>(1908-1970)</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5" name="Google Shape;315;p22"/>
          <p:cNvSpPr txBox="1">
            <a:spLocks noGrp="1"/>
          </p:cNvSpPr>
          <p:nvPr>
            <p:ph type="title"/>
          </p:nvPr>
        </p:nvSpPr>
        <p:spPr>
          <a:xfrm>
            <a:off x="4211960" y="908720"/>
            <a:ext cx="4612787" cy="5472608"/>
          </a:xfrm>
          <a:prstGeom prst="rect">
            <a:avLst/>
          </a:prstGeom>
          <a:noFill/>
          <a:ln>
            <a:noFill/>
          </a:ln>
        </p:spPr>
        <p:txBody>
          <a:bodyPr spcFirstLastPara="1" wrap="square" lIns="91425" tIns="45700" rIns="91425" bIns="45700" anchor="t" anchorCtr="0">
            <a:normAutofit fontScale="90000"/>
          </a:bodyPr>
          <a:lstStyle/>
          <a:p>
            <a:pPr marL="0" lvl="0" indent="0" algn="l" rtl="0">
              <a:lnSpc>
                <a:spcPct val="150000"/>
              </a:lnSpc>
              <a:spcBef>
                <a:spcPts val="0"/>
              </a:spcBef>
              <a:spcAft>
                <a:spcPts val="0"/>
              </a:spcAft>
              <a:buClr>
                <a:srgbClr val="262626"/>
              </a:buClr>
              <a:buSzPct val="100000"/>
              <a:buFont typeface="Calibri"/>
              <a:buNone/>
            </a:pPr>
            <a:r>
              <a:rPr lang="en-US" sz="2000">
                <a:latin typeface="Calibri"/>
                <a:ea typeface="Calibri"/>
                <a:cs typeface="Calibri"/>
                <a:sym typeface="Calibri"/>
              </a:rPr>
              <a:t>Ceea ce eu sunt, este suficient de bine dacă îmi permit să fiu eu însumi, deschis. – Rogers</a:t>
            </a:r>
            <a:br>
              <a:rPr lang="en-US" sz="2000">
                <a:latin typeface="Calibri"/>
                <a:ea typeface="Calibri"/>
                <a:cs typeface="Calibri"/>
                <a:sym typeface="Calibri"/>
              </a:rPr>
            </a:br>
            <a:br>
              <a:rPr lang="en-US" sz="2000">
                <a:latin typeface="Calibri"/>
                <a:ea typeface="Calibri"/>
                <a:cs typeface="Calibri"/>
                <a:sym typeface="Calibri"/>
              </a:rPr>
            </a:br>
            <a:r>
              <a:rPr lang="en-US" sz="2000">
                <a:latin typeface="Calibri"/>
                <a:ea typeface="Calibri"/>
                <a:cs typeface="Calibri"/>
                <a:sym typeface="Calibri"/>
              </a:rPr>
              <a:t>Paradoxul curios este că atunci când mă accept așa cum sunt, pot să mă schimb. - Rogers</a:t>
            </a:r>
            <a:br>
              <a:rPr lang="en-US" sz="2000">
                <a:latin typeface="Calibri"/>
                <a:ea typeface="Calibri"/>
                <a:cs typeface="Calibri"/>
                <a:sym typeface="Calibri"/>
              </a:rPr>
            </a:br>
            <a:br>
              <a:rPr lang="en-US" sz="2000">
                <a:latin typeface="Calibri"/>
                <a:ea typeface="Calibri"/>
                <a:cs typeface="Calibri"/>
                <a:sym typeface="Calibri"/>
              </a:rPr>
            </a:br>
            <a:r>
              <a:rPr lang="en-US" sz="2000">
                <a:latin typeface="Calibri"/>
                <a:ea typeface="Calibri"/>
                <a:cs typeface="Calibri"/>
                <a:sym typeface="Calibri"/>
              </a:rPr>
              <a:t>Oamenii sunt la fel de minunați ca apusul de soare, dacă le permiți să fie. Când mă uit la un apus, nu mă surprind spunând: </a:t>
            </a:r>
            <a:r>
              <a:rPr lang="en-US" sz="2000" i="1">
                <a:latin typeface="Calibri"/>
                <a:ea typeface="Calibri"/>
                <a:cs typeface="Calibri"/>
                <a:sym typeface="Calibri"/>
              </a:rPr>
              <a:t>Diminuează portocaliul puțin, în colțul din stânga</a:t>
            </a:r>
            <a:r>
              <a:rPr lang="en-US" sz="2000">
                <a:latin typeface="Calibri"/>
                <a:ea typeface="Calibri"/>
                <a:cs typeface="Calibri"/>
                <a:sym typeface="Calibri"/>
              </a:rPr>
              <a:t>. Eu nu controlez un apus de soare. Eu mă uit cu admirație la cum acesta se manifestă.- Rogers</a:t>
            </a:r>
            <a:br>
              <a:rPr lang="en-US" sz="2000">
                <a:latin typeface="Calibri"/>
                <a:ea typeface="Calibri"/>
                <a:cs typeface="Calibri"/>
                <a:sym typeface="Calibri"/>
              </a:rPr>
            </a:br>
            <a:endParaRPr sz="2000">
              <a:latin typeface="Calibri"/>
              <a:ea typeface="Calibri"/>
              <a:cs typeface="Calibri"/>
              <a:sym typeface="Calibri"/>
            </a:endParaRPr>
          </a:p>
        </p:txBody>
      </p:sp>
      <p:pic>
        <p:nvPicPr>
          <p:cNvPr id="316" name="Google Shape;316;p22" descr="TRANSCEND MEDIA SERVICE » Carl Rogers (8 Jan 1902 – 4 Feb 1987): Healing  the Person and the State"/>
          <p:cNvPicPr preferRelativeResize="0"/>
          <p:nvPr/>
        </p:nvPicPr>
        <p:blipFill rotWithShape="1">
          <a:blip r:embed="rId3">
            <a:alphaModFix/>
          </a:blip>
          <a:srcRect/>
          <a:stretch/>
        </p:blipFill>
        <p:spPr>
          <a:xfrm>
            <a:off x="611560" y="1282824"/>
            <a:ext cx="3302000" cy="4724400"/>
          </a:xfrm>
          <a:prstGeom prst="rect">
            <a:avLst/>
          </a:prstGeom>
          <a:noFill/>
          <a:ln>
            <a:noFill/>
          </a:ln>
        </p:spPr>
      </p:pic>
      <p:sp>
        <p:nvSpPr>
          <p:cNvPr id="317" name="Google Shape;317;p22"/>
          <p:cNvSpPr txBox="1"/>
          <p:nvPr/>
        </p:nvSpPr>
        <p:spPr>
          <a:xfrm>
            <a:off x="1498569" y="6058162"/>
            <a:ext cx="1527982"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entury Gothic"/>
                <a:ea typeface="Century Gothic"/>
                <a:cs typeface="Century Gothic"/>
                <a:sym typeface="Century Gothic"/>
              </a:rPr>
              <a:t>Carl Rogers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entury Gothic"/>
                <a:ea typeface="Century Gothic"/>
                <a:cs typeface="Century Gothic"/>
                <a:sym typeface="Century Gothic"/>
              </a:rPr>
              <a:t>(1902-1987)</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21"/>
        <p:cNvGrpSpPr/>
        <p:nvPr/>
      </p:nvGrpSpPr>
      <p:grpSpPr>
        <a:xfrm>
          <a:off x="0" y="0"/>
          <a:ext cx="0" cy="0"/>
          <a:chOff x="0" y="0"/>
          <a:chExt cx="0" cy="0"/>
        </a:xfrm>
      </p:grpSpPr>
      <p:sp>
        <p:nvSpPr>
          <p:cNvPr id="322" name="Google Shape;322;p23"/>
          <p:cNvSpPr txBox="1">
            <a:spLocks noGrp="1"/>
          </p:cNvSpPr>
          <p:nvPr>
            <p:ph type="title"/>
          </p:nvPr>
        </p:nvSpPr>
        <p:spPr>
          <a:xfrm>
            <a:off x="1475656" y="620688"/>
            <a:ext cx="8229600" cy="106680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Clr>
                <a:srgbClr val="892C1C"/>
              </a:buClr>
              <a:buSzPts val="3600"/>
              <a:buFont typeface="Century Gothic"/>
              <a:buNone/>
            </a:pPr>
            <a:r>
              <a:rPr lang="en-US" b="1">
                <a:solidFill>
                  <a:srgbClr val="892C1C"/>
                </a:solidFill>
              </a:rPr>
              <a:t>Paradigma Umanistă</a:t>
            </a:r>
            <a:endParaRPr/>
          </a:p>
        </p:txBody>
      </p:sp>
      <p:sp>
        <p:nvSpPr>
          <p:cNvPr id="323" name="Google Shape;323;p23"/>
          <p:cNvSpPr txBox="1">
            <a:spLocks noGrp="1"/>
          </p:cNvSpPr>
          <p:nvPr>
            <p:ph type="body" idx="1"/>
          </p:nvPr>
        </p:nvSpPr>
        <p:spPr>
          <a:xfrm>
            <a:off x="1942415" y="2133600"/>
            <a:ext cx="6591985" cy="3777622"/>
          </a:xfrm>
          <a:prstGeom prst="rect">
            <a:avLst/>
          </a:prstGeom>
          <a:noFill/>
          <a:ln>
            <a:noFill/>
          </a:ln>
        </p:spPr>
        <p:txBody>
          <a:bodyPr spcFirstLastPara="1" wrap="square" lIns="91425" tIns="45700" rIns="91425" bIns="45700" anchor="t" anchorCtr="0">
            <a:normAutofit/>
          </a:bodyPr>
          <a:lstStyle/>
          <a:p>
            <a:pPr marL="342900" lvl="0" indent="-342900" algn="l" rtl="0">
              <a:lnSpc>
                <a:spcPct val="100000"/>
              </a:lnSpc>
              <a:spcBef>
                <a:spcPts val="0"/>
              </a:spcBef>
              <a:spcAft>
                <a:spcPts val="0"/>
              </a:spcAft>
              <a:buSzPts val="1800"/>
              <a:buChar char="?"/>
            </a:pPr>
            <a:r>
              <a:rPr lang="en-US">
                <a:solidFill>
                  <a:srgbClr val="892C1C"/>
                </a:solidFill>
              </a:rPr>
              <a:t>Bazele comportamentului: </a:t>
            </a:r>
            <a:r>
              <a:rPr lang="en-US"/>
              <a:t>trebuințe, consistența sinelui</a:t>
            </a:r>
            <a:endParaRPr/>
          </a:p>
          <a:p>
            <a:pPr marL="342900" lvl="0" indent="-228600" algn="l" rtl="0">
              <a:lnSpc>
                <a:spcPct val="100000"/>
              </a:lnSpc>
              <a:spcBef>
                <a:spcPts val="1000"/>
              </a:spcBef>
              <a:spcAft>
                <a:spcPts val="0"/>
              </a:spcAft>
              <a:buSzPts val="1800"/>
              <a:buNone/>
            </a:pPr>
            <a:endParaRPr/>
          </a:p>
          <a:p>
            <a:pPr marL="342900" lvl="0" indent="-342900" algn="l" rtl="0">
              <a:lnSpc>
                <a:spcPct val="100000"/>
              </a:lnSpc>
              <a:spcBef>
                <a:spcPts val="1000"/>
              </a:spcBef>
              <a:spcAft>
                <a:spcPts val="0"/>
              </a:spcAft>
              <a:buSzPts val="1800"/>
              <a:buChar char="?"/>
            </a:pPr>
            <a:r>
              <a:rPr lang="en-US"/>
              <a:t>Centrarea pe individ și trăirile acestuia</a:t>
            </a:r>
            <a:endParaRPr/>
          </a:p>
          <a:p>
            <a:pPr marL="342900" lvl="0" indent="-228600" algn="l" rtl="0">
              <a:lnSpc>
                <a:spcPct val="100000"/>
              </a:lnSpc>
              <a:spcBef>
                <a:spcPts val="1000"/>
              </a:spcBef>
              <a:spcAft>
                <a:spcPts val="0"/>
              </a:spcAft>
              <a:buSzPts val="1800"/>
              <a:buNone/>
            </a:pPr>
            <a:endParaRPr/>
          </a:p>
          <a:p>
            <a:pPr marL="342900" lvl="0" indent="-342900" algn="l" rtl="0">
              <a:lnSpc>
                <a:spcPct val="100000"/>
              </a:lnSpc>
              <a:spcBef>
                <a:spcPts val="1000"/>
              </a:spcBef>
              <a:spcAft>
                <a:spcPts val="0"/>
              </a:spcAft>
              <a:buSzPts val="1800"/>
              <a:buChar char="?"/>
            </a:pPr>
            <a:r>
              <a:rPr lang="en-US">
                <a:solidFill>
                  <a:srgbClr val="892C1C"/>
                </a:solidFill>
              </a:rPr>
              <a:t>Dezvoltarea personalității:   </a:t>
            </a:r>
            <a:r>
              <a:rPr lang="en-US"/>
              <a:t>autorealizarea (dezvoltarea potențialului uman) </a:t>
            </a:r>
            <a:endParaRPr/>
          </a:p>
          <a:p>
            <a:pPr marL="342900" lvl="0" indent="-228600" algn="l" rtl="0">
              <a:lnSpc>
                <a:spcPct val="100000"/>
              </a:lnSpc>
              <a:spcBef>
                <a:spcPts val="1000"/>
              </a:spcBef>
              <a:spcAft>
                <a:spcPts val="0"/>
              </a:spcAft>
              <a:buSzPts val="1800"/>
              <a:buNone/>
            </a:pPr>
            <a:endParaRPr/>
          </a:p>
          <a:p>
            <a:pPr marL="342900" lvl="0" indent="-342900" algn="l" rtl="0">
              <a:lnSpc>
                <a:spcPct val="100000"/>
              </a:lnSpc>
              <a:spcBef>
                <a:spcPts val="1000"/>
              </a:spcBef>
              <a:spcAft>
                <a:spcPts val="0"/>
              </a:spcAft>
              <a:buSzPts val="1800"/>
              <a:buChar char="?"/>
            </a:pPr>
            <a:r>
              <a:rPr lang="en-US">
                <a:solidFill>
                  <a:srgbClr val="892C1C"/>
                </a:solidFill>
              </a:rPr>
              <a:t>Sursa psihopatologiei: </a:t>
            </a:r>
            <a:r>
              <a:rPr lang="en-US"/>
              <a:t>nesatisfacerea trebuințelor, incongruența sinelui</a:t>
            </a:r>
            <a:endParaRPr/>
          </a:p>
          <a:p>
            <a:pPr marL="342900" lvl="0" indent="-228600" algn="l" rtl="0">
              <a:lnSpc>
                <a:spcPct val="100000"/>
              </a:lnSpc>
              <a:spcBef>
                <a:spcPts val="1000"/>
              </a:spcBef>
              <a:spcAft>
                <a:spcPts val="0"/>
              </a:spcAft>
              <a:buSzPts val="1800"/>
              <a:buNone/>
            </a:pPr>
            <a:endParaRPr/>
          </a:p>
          <a:p>
            <a:pPr marL="342900" lvl="0" indent="-228600" algn="l" rtl="0">
              <a:lnSpc>
                <a:spcPct val="100000"/>
              </a:lnSpc>
              <a:spcBef>
                <a:spcPts val="1000"/>
              </a:spcBef>
              <a:spcAft>
                <a:spcPts val="0"/>
              </a:spcAft>
              <a:buSzPts val="1800"/>
              <a:buNone/>
            </a:pP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328" name="Google Shape;328;p24"/>
          <p:cNvSpPr txBox="1">
            <a:spLocks noGrp="1"/>
          </p:cNvSpPr>
          <p:nvPr>
            <p:ph type="body" idx="1"/>
          </p:nvPr>
        </p:nvSpPr>
        <p:spPr>
          <a:xfrm>
            <a:off x="467544" y="1140696"/>
            <a:ext cx="8229600" cy="5717304"/>
          </a:xfrm>
          <a:prstGeom prst="rect">
            <a:avLst/>
          </a:prstGeom>
          <a:noFill/>
          <a:ln>
            <a:noFill/>
          </a:ln>
        </p:spPr>
        <p:txBody>
          <a:bodyPr spcFirstLastPara="1" wrap="square" lIns="91425" tIns="45700" rIns="91425" bIns="45700" anchor="t" anchorCtr="0">
            <a:normAutofit/>
          </a:bodyPr>
          <a:lstStyle/>
          <a:p>
            <a:pPr marL="342900" lvl="0" indent="-342900" algn="l" rtl="0">
              <a:lnSpc>
                <a:spcPct val="100000"/>
              </a:lnSpc>
              <a:spcBef>
                <a:spcPts val="0"/>
              </a:spcBef>
              <a:spcAft>
                <a:spcPts val="0"/>
              </a:spcAft>
              <a:buSzPts val="1800"/>
              <a:buChar char="?"/>
            </a:pPr>
            <a:r>
              <a:rPr lang="en-US">
                <a:solidFill>
                  <a:srgbClr val="892C1C"/>
                </a:solidFill>
              </a:rPr>
              <a:t>Tehnici utilizate: </a:t>
            </a:r>
            <a:r>
              <a:rPr lang="en-US"/>
              <a:t>interviul, studii de caz</a:t>
            </a:r>
            <a:endParaRPr/>
          </a:p>
          <a:p>
            <a:pPr marL="342900" lvl="0" indent="-342900" algn="l" rtl="0">
              <a:lnSpc>
                <a:spcPct val="100000"/>
              </a:lnSpc>
              <a:spcBef>
                <a:spcPts val="1000"/>
              </a:spcBef>
              <a:spcAft>
                <a:spcPts val="0"/>
              </a:spcAft>
              <a:buSzPts val="1800"/>
              <a:buChar char="?"/>
            </a:pPr>
            <a:r>
              <a:rPr lang="en-US">
                <a:solidFill>
                  <a:srgbClr val="892C1C"/>
                </a:solidFill>
              </a:rPr>
              <a:t>Critici:</a:t>
            </a:r>
            <a:endParaRPr/>
          </a:p>
          <a:p>
            <a:pPr marL="742950" lvl="1" indent="-285750" algn="l" rtl="0">
              <a:lnSpc>
                <a:spcPct val="100000"/>
              </a:lnSpc>
              <a:spcBef>
                <a:spcPts val="1000"/>
              </a:spcBef>
              <a:spcAft>
                <a:spcPts val="0"/>
              </a:spcAft>
              <a:buSzPts val="1600"/>
              <a:buChar char="?"/>
            </a:pPr>
            <a:r>
              <a:rPr lang="en-US">
                <a:solidFill>
                  <a:schemeClr val="dk1"/>
                </a:solidFill>
              </a:rPr>
              <a:t>Ignorarea factorilor de mediu</a:t>
            </a:r>
            <a:endParaRPr/>
          </a:p>
          <a:p>
            <a:pPr marL="742950" lvl="1" indent="-285750" algn="l" rtl="0">
              <a:lnSpc>
                <a:spcPct val="100000"/>
              </a:lnSpc>
              <a:spcBef>
                <a:spcPts val="1000"/>
              </a:spcBef>
              <a:spcAft>
                <a:spcPts val="0"/>
              </a:spcAft>
              <a:buSzPts val="1600"/>
              <a:buChar char="?"/>
            </a:pPr>
            <a:r>
              <a:rPr lang="en-US">
                <a:solidFill>
                  <a:schemeClr val="dk1"/>
                </a:solidFill>
              </a:rPr>
              <a:t>Măsurători lipsite de validitate</a:t>
            </a:r>
            <a:endParaRPr/>
          </a:p>
          <a:p>
            <a:pPr marL="742950" lvl="1" indent="-184150" algn="l" rtl="0">
              <a:lnSpc>
                <a:spcPct val="100000"/>
              </a:lnSpc>
              <a:spcBef>
                <a:spcPts val="1000"/>
              </a:spcBef>
              <a:spcAft>
                <a:spcPts val="0"/>
              </a:spcAft>
              <a:buSzPts val="1600"/>
              <a:buNone/>
            </a:pPr>
            <a:endParaRPr/>
          </a:p>
          <a:p>
            <a:pPr marL="742950" lvl="1" indent="-184150" algn="l" rtl="0">
              <a:lnSpc>
                <a:spcPct val="100000"/>
              </a:lnSpc>
              <a:spcBef>
                <a:spcPts val="1000"/>
              </a:spcBef>
              <a:spcAft>
                <a:spcPts val="0"/>
              </a:spcAft>
              <a:buSzPts val="1600"/>
              <a:buNone/>
            </a:pPr>
            <a:endParaRPr/>
          </a:p>
        </p:txBody>
      </p:sp>
      <p:pic>
        <p:nvPicPr>
          <p:cNvPr id="329" name="Google Shape;329;p24" descr="maslow.gif"/>
          <p:cNvPicPr preferRelativeResize="0"/>
          <p:nvPr/>
        </p:nvPicPr>
        <p:blipFill rotWithShape="1">
          <a:blip r:embed="rId3">
            <a:alphaModFix/>
          </a:blip>
          <a:srcRect/>
          <a:stretch/>
        </p:blipFill>
        <p:spPr>
          <a:xfrm>
            <a:off x="2051720" y="2852936"/>
            <a:ext cx="5526376" cy="3886039"/>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sp>
        <p:nvSpPr>
          <p:cNvPr id="334" name="Google Shape;334;p25"/>
          <p:cNvSpPr txBox="1">
            <a:spLocks noGrp="1"/>
          </p:cNvSpPr>
          <p:nvPr>
            <p:ph type="title"/>
          </p:nvPr>
        </p:nvSpPr>
        <p:spPr>
          <a:xfrm>
            <a:off x="1376269" y="521274"/>
            <a:ext cx="6589199" cy="128089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Clr>
                <a:srgbClr val="5B1D12"/>
              </a:buClr>
              <a:buSzPts val="3600"/>
              <a:buFont typeface="Calibri"/>
              <a:buNone/>
            </a:pPr>
            <a:r>
              <a:rPr lang="en-US">
                <a:solidFill>
                  <a:srgbClr val="5B1D12"/>
                </a:solidFill>
                <a:latin typeface="Calibri"/>
                <a:ea typeface="Calibri"/>
                <a:cs typeface="Calibri"/>
                <a:sym typeface="Calibri"/>
              </a:rPr>
              <a:t>De la Maslow și Rogers încoace</a:t>
            </a:r>
            <a:endParaRPr/>
          </a:p>
        </p:txBody>
      </p:sp>
      <p:sp>
        <p:nvSpPr>
          <p:cNvPr id="335" name="Google Shape;335;p25"/>
          <p:cNvSpPr txBox="1">
            <a:spLocks noGrp="1"/>
          </p:cNvSpPr>
          <p:nvPr>
            <p:ph type="body" idx="1"/>
          </p:nvPr>
        </p:nvSpPr>
        <p:spPr>
          <a:xfrm>
            <a:off x="4788024" y="1794934"/>
            <a:ext cx="3746376" cy="4116288"/>
          </a:xfrm>
          <a:prstGeom prst="rect">
            <a:avLst/>
          </a:prstGeom>
          <a:noFill/>
          <a:ln>
            <a:noFill/>
          </a:ln>
        </p:spPr>
        <p:txBody>
          <a:bodyPr spcFirstLastPara="1" wrap="square" lIns="91425" tIns="45700" rIns="91425" bIns="45700" anchor="t" anchorCtr="0">
            <a:normAutofit/>
          </a:bodyPr>
          <a:lstStyle/>
          <a:p>
            <a:pPr marL="342900" lvl="0" indent="-342900" algn="l" rtl="0">
              <a:lnSpc>
                <a:spcPct val="100000"/>
              </a:lnSpc>
              <a:spcBef>
                <a:spcPts val="0"/>
              </a:spcBef>
              <a:spcAft>
                <a:spcPts val="0"/>
              </a:spcAft>
              <a:buSzPts val="1800"/>
              <a:buChar char="?"/>
            </a:pPr>
            <a:r>
              <a:rPr lang="en-US">
                <a:latin typeface="Calibri"/>
                <a:ea typeface="Calibri"/>
                <a:cs typeface="Calibri"/>
                <a:sym typeface="Calibri"/>
              </a:rPr>
              <a:t>Existențialismul</a:t>
            </a:r>
            <a:endParaRPr/>
          </a:p>
          <a:p>
            <a:pPr marL="342900" lvl="0" indent="-342900" algn="l" rtl="0">
              <a:lnSpc>
                <a:spcPct val="100000"/>
              </a:lnSpc>
              <a:spcBef>
                <a:spcPts val="1000"/>
              </a:spcBef>
              <a:spcAft>
                <a:spcPts val="0"/>
              </a:spcAft>
              <a:buSzPts val="1800"/>
              <a:buChar char="?"/>
            </a:pPr>
            <a:r>
              <a:rPr lang="en-US">
                <a:latin typeface="Calibri"/>
                <a:ea typeface="Calibri"/>
                <a:cs typeface="Calibri"/>
                <a:sym typeface="Calibri"/>
              </a:rPr>
              <a:t>Exemplu: Rollo May (1909-1994), Irvin Yalom</a:t>
            </a:r>
            <a:endParaRPr/>
          </a:p>
          <a:p>
            <a:pPr marL="342900" lvl="0" indent="-228600" algn="l" rtl="0">
              <a:lnSpc>
                <a:spcPct val="100000"/>
              </a:lnSpc>
              <a:spcBef>
                <a:spcPts val="1000"/>
              </a:spcBef>
              <a:spcAft>
                <a:spcPts val="0"/>
              </a:spcAft>
              <a:buSzPts val="1800"/>
              <a:buNone/>
            </a:pPr>
            <a:endParaRPr>
              <a:latin typeface="Calibri"/>
              <a:ea typeface="Calibri"/>
              <a:cs typeface="Calibri"/>
              <a:sym typeface="Calibri"/>
            </a:endParaRPr>
          </a:p>
          <a:p>
            <a:pPr marL="342900" lvl="0" indent="-342900" algn="l" rtl="0">
              <a:lnSpc>
                <a:spcPct val="100000"/>
              </a:lnSpc>
              <a:spcBef>
                <a:spcPts val="1000"/>
              </a:spcBef>
              <a:spcAft>
                <a:spcPts val="0"/>
              </a:spcAft>
              <a:buSzPts val="1800"/>
              <a:buChar char="?"/>
            </a:pPr>
            <a:r>
              <a:rPr lang="en-US" i="1">
                <a:latin typeface="Calibri"/>
                <a:ea typeface="Calibri"/>
                <a:cs typeface="Calibri"/>
                <a:sym typeface="Calibri"/>
              </a:rPr>
              <a:t>O viață neexaminată, nu este o viață demnă de trăit.– </a:t>
            </a:r>
            <a:r>
              <a:rPr lang="en-US">
                <a:latin typeface="Calibri"/>
                <a:ea typeface="Calibri"/>
                <a:cs typeface="Calibri"/>
                <a:sym typeface="Calibri"/>
              </a:rPr>
              <a:t>Yalom</a:t>
            </a:r>
            <a:endParaRPr/>
          </a:p>
          <a:p>
            <a:pPr marL="342900" lvl="0" indent="-342900" algn="l" rtl="0">
              <a:lnSpc>
                <a:spcPct val="100000"/>
              </a:lnSpc>
              <a:spcBef>
                <a:spcPts val="1000"/>
              </a:spcBef>
              <a:spcAft>
                <a:spcPts val="0"/>
              </a:spcAft>
              <a:buSzPts val="1800"/>
              <a:buChar char="?"/>
            </a:pPr>
            <a:r>
              <a:rPr lang="en-US" i="1">
                <a:latin typeface="Calibri"/>
                <a:ea typeface="Calibri"/>
                <a:cs typeface="Calibri"/>
                <a:sym typeface="Calibri"/>
              </a:rPr>
              <a:t>Dacă oamenii nu au niciun pic de curiozitate față de ei înșiși, atunci e mereu un semn rău</a:t>
            </a:r>
            <a:r>
              <a:rPr lang="en-US">
                <a:latin typeface="Calibri"/>
                <a:ea typeface="Calibri"/>
                <a:cs typeface="Calibri"/>
                <a:sym typeface="Calibri"/>
              </a:rPr>
              <a:t>. – Yalom</a:t>
            </a:r>
            <a:endParaRPr/>
          </a:p>
          <a:p>
            <a:pPr marL="342900" lvl="0" indent="-228600" algn="l" rtl="0">
              <a:lnSpc>
                <a:spcPct val="100000"/>
              </a:lnSpc>
              <a:spcBef>
                <a:spcPts val="1000"/>
              </a:spcBef>
              <a:spcAft>
                <a:spcPts val="0"/>
              </a:spcAft>
              <a:buSzPts val="1800"/>
              <a:buNone/>
            </a:pPr>
            <a:endParaRPr>
              <a:latin typeface="Calibri"/>
              <a:ea typeface="Calibri"/>
              <a:cs typeface="Calibri"/>
              <a:sym typeface="Calibri"/>
            </a:endParaRPr>
          </a:p>
          <a:p>
            <a:pPr marL="342900" lvl="0" indent="-228600" algn="l" rtl="0">
              <a:lnSpc>
                <a:spcPct val="100000"/>
              </a:lnSpc>
              <a:spcBef>
                <a:spcPts val="1000"/>
              </a:spcBef>
              <a:spcAft>
                <a:spcPts val="0"/>
              </a:spcAft>
              <a:buSzPts val="1800"/>
              <a:buNone/>
            </a:pPr>
            <a:endParaRPr>
              <a:latin typeface="Calibri"/>
              <a:ea typeface="Calibri"/>
              <a:cs typeface="Calibri"/>
              <a:sym typeface="Calibri"/>
            </a:endParaRPr>
          </a:p>
        </p:txBody>
      </p:sp>
      <p:pic>
        <p:nvPicPr>
          <p:cNvPr id="336" name="Google Shape;336;p25" descr="Irvin Yalom: „Suntem creaturi care caută sens.“ #AltfelDespreOameni –  Pagina de Psihologie"/>
          <p:cNvPicPr preferRelativeResize="0"/>
          <p:nvPr/>
        </p:nvPicPr>
        <p:blipFill rotWithShape="1">
          <a:blip r:embed="rId3">
            <a:alphaModFix/>
          </a:blip>
          <a:srcRect l="11413" t="-255" r="23226" b="-255"/>
          <a:stretch/>
        </p:blipFill>
        <p:spPr>
          <a:xfrm>
            <a:off x="323528" y="1794934"/>
            <a:ext cx="4227735" cy="3158067"/>
          </a:xfrm>
          <a:prstGeom prst="rect">
            <a:avLst/>
          </a:prstGeom>
          <a:noFill/>
          <a:ln>
            <a:noFill/>
          </a:ln>
        </p:spPr>
      </p:pic>
      <p:sp>
        <p:nvSpPr>
          <p:cNvPr id="337" name="Google Shape;337;p25"/>
          <p:cNvSpPr txBox="1"/>
          <p:nvPr/>
        </p:nvSpPr>
        <p:spPr>
          <a:xfrm>
            <a:off x="1380495" y="5085184"/>
            <a:ext cx="1683474" cy="64633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entury Gothic"/>
                <a:ea typeface="Century Gothic"/>
                <a:cs typeface="Century Gothic"/>
                <a:sym typeface="Century Gothic"/>
              </a:rPr>
              <a:t>Irvin Yalom</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entury Gothic"/>
                <a:ea typeface="Century Gothic"/>
                <a:cs typeface="Century Gothic"/>
                <a:sym typeface="Century Gothic"/>
              </a:rPr>
              <a:t>1931- prezent</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41"/>
        <p:cNvGrpSpPr/>
        <p:nvPr/>
      </p:nvGrpSpPr>
      <p:grpSpPr>
        <a:xfrm>
          <a:off x="0" y="0"/>
          <a:ext cx="0" cy="0"/>
          <a:chOff x="0" y="0"/>
          <a:chExt cx="0" cy="0"/>
        </a:xfrm>
      </p:grpSpPr>
      <p:sp>
        <p:nvSpPr>
          <p:cNvPr id="342" name="Google Shape;342;p26"/>
          <p:cNvSpPr txBox="1">
            <a:spLocks noGrp="1"/>
          </p:cNvSpPr>
          <p:nvPr>
            <p:ph type="title"/>
          </p:nvPr>
        </p:nvSpPr>
        <p:spPr>
          <a:xfrm>
            <a:off x="1945201" y="624110"/>
            <a:ext cx="6589199" cy="128089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Clr>
                <a:srgbClr val="5B1D12"/>
              </a:buClr>
              <a:buSzPts val="3600"/>
              <a:buFont typeface="Century Gothic"/>
              <a:buNone/>
            </a:pPr>
            <a:r>
              <a:rPr lang="en-US">
                <a:solidFill>
                  <a:srgbClr val="5B1D12"/>
                </a:solidFill>
              </a:rPr>
              <a:t>Paradigma cognitivă</a:t>
            </a:r>
            <a:endParaRPr/>
          </a:p>
        </p:txBody>
      </p:sp>
      <p:sp>
        <p:nvSpPr>
          <p:cNvPr id="343" name="Google Shape;343;p26"/>
          <p:cNvSpPr txBox="1">
            <a:spLocks noGrp="1"/>
          </p:cNvSpPr>
          <p:nvPr>
            <p:ph type="body" idx="1"/>
          </p:nvPr>
        </p:nvSpPr>
        <p:spPr>
          <a:xfrm>
            <a:off x="3995936" y="1370856"/>
            <a:ext cx="4880474" cy="4752528"/>
          </a:xfrm>
          <a:prstGeom prst="rect">
            <a:avLst/>
          </a:prstGeom>
          <a:noFill/>
          <a:ln>
            <a:noFill/>
          </a:ln>
        </p:spPr>
        <p:txBody>
          <a:bodyPr spcFirstLastPara="1" wrap="square" lIns="91425" tIns="45700" rIns="91425" bIns="45700" anchor="t" anchorCtr="0">
            <a:normAutofit/>
          </a:bodyPr>
          <a:lstStyle/>
          <a:p>
            <a:pPr marL="342900" lvl="0" indent="-215900" algn="l" rtl="0">
              <a:lnSpc>
                <a:spcPct val="100000"/>
              </a:lnSpc>
              <a:spcBef>
                <a:spcPts val="0"/>
              </a:spcBef>
              <a:spcAft>
                <a:spcPts val="0"/>
              </a:spcAft>
              <a:buSzPts val="2000"/>
              <a:buNone/>
            </a:pPr>
            <a:endParaRPr sz="2000">
              <a:latin typeface="Calibri"/>
              <a:ea typeface="Calibri"/>
              <a:cs typeface="Calibri"/>
              <a:sym typeface="Calibri"/>
            </a:endParaRPr>
          </a:p>
          <a:p>
            <a:pPr marL="342900" lvl="0" indent="-215900" algn="l" rtl="0">
              <a:lnSpc>
                <a:spcPct val="100000"/>
              </a:lnSpc>
              <a:spcBef>
                <a:spcPts val="1000"/>
              </a:spcBef>
              <a:spcAft>
                <a:spcPts val="0"/>
              </a:spcAft>
              <a:buSzPts val="2000"/>
              <a:buNone/>
            </a:pPr>
            <a:endParaRPr sz="2000">
              <a:latin typeface="Calibri"/>
              <a:ea typeface="Calibri"/>
              <a:cs typeface="Calibri"/>
              <a:sym typeface="Calibri"/>
            </a:endParaRPr>
          </a:p>
          <a:p>
            <a:pPr marL="342900" lvl="0" indent="-215900" algn="l" rtl="0">
              <a:lnSpc>
                <a:spcPct val="100000"/>
              </a:lnSpc>
              <a:spcBef>
                <a:spcPts val="1000"/>
              </a:spcBef>
              <a:spcAft>
                <a:spcPts val="0"/>
              </a:spcAft>
              <a:buSzPts val="2000"/>
              <a:buNone/>
            </a:pPr>
            <a:endParaRPr sz="2000">
              <a:latin typeface="Calibri"/>
              <a:ea typeface="Calibri"/>
              <a:cs typeface="Calibri"/>
              <a:sym typeface="Calibri"/>
            </a:endParaRPr>
          </a:p>
          <a:p>
            <a:pPr marL="342900" lvl="0" indent="-215900" algn="l" rtl="0">
              <a:lnSpc>
                <a:spcPct val="100000"/>
              </a:lnSpc>
              <a:spcBef>
                <a:spcPts val="1000"/>
              </a:spcBef>
              <a:spcAft>
                <a:spcPts val="0"/>
              </a:spcAft>
              <a:buSzPts val="2000"/>
              <a:buNone/>
            </a:pPr>
            <a:endParaRPr sz="2000">
              <a:latin typeface="Calibri"/>
              <a:ea typeface="Calibri"/>
              <a:cs typeface="Calibri"/>
              <a:sym typeface="Calibri"/>
            </a:endParaRPr>
          </a:p>
          <a:p>
            <a:pPr marL="342900" lvl="0" indent="-215900" algn="l" rtl="0">
              <a:lnSpc>
                <a:spcPct val="100000"/>
              </a:lnSpc>
              <a:spcBef>
                <a:spcPts val="1000"/>
              </a:spcBef>
              <a:spcAft>
                <a:spcPts val="0"/>
              </a:spcAft>
              <a:buSzPts val="2000"/>
              <a:buNone/>
            </a:pPr>
            <a:endParaRPr sz="2000">
              <a:latin typeface="Calibri"/>
              <a:ea typeface="Calibri"/>
              <a:cs typeface="Calibri"/>
              <a:sym typeface="Calibri"/>
            </a:endParaRPr>
          </a:p>
          <a:p>
            <a:pPr marL="342900" lvl="0" indent="-342900" algn="l" rtl="0">
              <a:lnSpc>
                <a:spcPct val="100000"/>
              </a:lnSpc>
              <a:spcBef>
                <a:spcPts val="1000"/>
              </a:spcBef>
              <a:spcAft>
                <a:spcPts val="0"/>
              </a:spcAft>
              <a:buSzPts val="2000"/>
              <a:buChar char="?"/>
            </a:pPr>
            <a:r>
              <a:rPr lang="en-US" sz="2000" i="1">
                <a:latin typeface="Calibri"/>
                <a:ea typeface="Calibri"/>
                <a:cs typeface="Calibri"/>
                <a:sym typeface="Calibri"/>
              </a:rPr>
              <a:t>Majoritatea memoriilor noastre cele mai vechi, sunt produsul reamintirii repetate și a reconstrucției. </a:t>
            </a:r>
            <a:r>
              <a:rPr lang="en-US" sz="2000">
                <a:latin typeface="Calibri"/>
                <a:ea typeface="Calibri"/>
                <a:cs typeface="Calibri"/>
                <a:sym typeface="Calibri"/>
              </a:rPr>
              <a:t>– Ulrich  Neisser</a:t>
            </a:r>
            <a:endParaRPr/>
          </a:p>
          <a:p>
            <a:pPr marL="342900" lvl="0" indent="-342900" algn="l" rtl="0">
              <a:lnSpc>
                <a:spcPct val="100000"/>
              </a:lnSpc>
              <a:spcBef>
                <a:spcPts val="1000"/>
              </a:spcBef>
              <a:spcAft>
                <a:spcPts val="0"/>
              </a:spcAft>
              <a:buSzPts val="2000"/>
              <a:buChar char="?"/>
            </a:pPr>
            <a:r>
              <a:rPr lang="en-US" sz="2000">
                <a:latin typeface="Calibri"/>
                <a:ea typeface="Calibri"/>
                <a:cs typeface="Calibri"/>
                <a:sym typeface="Calibri"/>
              </a:rPr>
              <a:t>(1928-2010)</a:t>
            </a:r>
            <a:endParaRPr/>
          </a:p>
        </p:txBody>
      </p:sp>
      <p:pic>
        <p:nvPicPr>
          <p:cNvPr id="344" name="Google Shape;344;p26" descr="QUOTES BY ULRIC NEISSER | A-Z Quotes | Rare quote, Psychology quotes, Quotes"/>
          <p:cNvPicPr preferRelativeResize="0"/>
          <p:nvPr/>
        </p:nvPicPr>
        <p:blipFill rotWithShape="1">
          <a:blip r:embed="rId3">
            <a:alphaModFix/>
          </a:blip>
          <a:srcRect r="64175" b="-175"/>
          <a:stretch/>
        </p:blipFill>
        <p:spPr>
          <a:xfrm>
            <a:off x="467544" y="1857747"/>
            <a:ext cx="3275856" cy="431289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48"/>
        <p:cNvGrpSpPr/>
        <p:nvPr/>
      </p:nvGrpSpPr>
      <p:grpSpPr>
        <a:xfrm>
          <a:off x="0" y="0"/>
          <a:ext cx="0" cy="0"/>
          <a:chOff x="0" y="0"/>
          <a:chExt cx="0" cy="0"/>
        </a:xfrm>
      </p:grpSpPr>
      <p:sp>
        <p:nvSpPr>
          <p:cNvPr id="349" name="Google Shape;349;p27"/>
          <p:cNvSpPr txBox="1">
            <a:spLocks noGrp="1"/>
          </p:cNvSpPr>
          <p:nvPr>
            <p:ph type="title"/>
          </p:nvPr>
        </p:nvSpPr>
        <p:spPr>
          <a:xfrm>
            <a:off x="1945201" y="624110"/>
            <a:ext cx="6589199" cy="128089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Clr>
                <a:srgbClr val="5B1D12"/>
              </a:buClr>
              <a:buSzPts val="3600"/>
              <a:buFont typeface="Century Gothic"/>
              <a:buNone/>
            </a:pPr>
            <a:r>
              <a:rPr lang="en-US">
                <a:solidFill>
                  <a:srgbClr val="5B1D12"/>
                </a:solidFill>
              </a:rPr>
              <a:t>Paradigma cognitivă</a:t>
            </a:r>
            <a:endParaRPr/>
          </a:p>
        </p:txBody>
      </p:sp>
      <p:sp>
        <p:nvSpPr>
          <p:cNvPr id="350" name="Google Shape;350;p27"/>
          <p:cNvSpPr txBox="1">
            <a:spLocks noGrp="1"/>
          </p:cNvSpPr>
          <p:nvPr>
            <p:ph type="body" idx="1"/>
          </p:nvPr>
        </p:nvSpPr>
        <p:spPr>
          <a:xfrm>
            <a:off x="1924385" y="1772816"/>
            <a:ext cx="6591985" cy="4752528"/>
          </a:xfrm>
          <a:prstGeom prst="rect">
            <a:avLst/>
          </a:prstGeom>
          <a:noFill/>
          <a:ln>
            <a:noFill/>
          </a:ln>
        </p:spPr>
        <p:txBody>
          <a:bodyPr spcFirstLastPara="1" wrap="square" lIns="91425" tIns="45700" rIns="91425" bIns="45700" anchor="t" anchorCtr="0">
            <a:normAutofit/>
          </a:bodyPr>
          <a:lstStyle/>
          <a:p>
            <a:pPr marL="342900" lvl="0" indent="-342900" algn="l" rtl="0">
              <a:lnSpc>
                <a:spcPct val="100000"/>
              </a:lnSpc>
              <a:spcBef>
                <a:spcPts val="0"/>
              </a:spcBef>
              <a:spcAft>
                <a:spcPts val="0"/>
              </a:spcAft>
              <a:buSzPts val="1800"/>
              <a:buChar char="?"/>
            </a:pPr>
            <a:r>
              <a:rPr lang="en-US">
                <a:latin typeface="Calibri"/>
                <a:ea typeface="Calibri"/>
                <a:cs typeface="Calibri"/>
                <a:sym typeface="Calibri"/>
              </a:rPr>
              <a:t>Oamenii și lucrurile nu ne pot supăra. Mai degrabă ne supărăm noi pe noi înșine, crezând că ei ne pot supăra. – Ellis</a:t>
            </a:r>
            <a:endParaRPr/>
          </a:p>
          <a:p>
            <a:pPr marL="342900" lvl="0" indent="-342900" algn="l" rtl="0">
              <a:lnSpc>
                <a:spcPct val="100000"/>
              </a:lnSpc>
              <a:spcBef>
                <a:spcPts val="1000"/>
              </a:spcBef>
              <a:spcAft>
                <a:spcPts val="0"/>
              </a:spcAft>
              <a:buSzPts val="1800"/>
              <a:buChar char="?"/>
            </a:pPr>
            <a:r>
              <a:rPr lang="en-US">
                <a:latin typeface="Calibri"/>
                <a:ea typeface="Calibri"/>
                <a:cs typeface="Calibri"/>
                <a:sym typeface="Calibri"/>
              </a:rPr>
              <a:t>Cei mai buni ani fin viața ta sunt aceia în care decizi că problemele tale, sunt ale tale. Nu dai vina pe mama ta, pe ecologie sau pe președinte. Realizezi că tu îți controlezi propriul destin. – Albert Ellis (1923-2007)</a:t>
            </a:r>
            <a:endParaRPr/>
          </a:p>
          <a:p>
            <a:pPr marL="342900" lvl="0" indent="-228600" algn="l" rtl="0">
              <a:lnSpc>
                <a:spcPct val="100000"/>
              </a:lnSpc>
              <a:spcBef>
                <a:spcPts val="1000"/>
              </a:spcBef>
              <a:spcAft>
                <a:spcPts val="0"/>
              </a:spcAft>
              <a:buSzPts val="1800"/>
              <a:buNone/>
            </a:pPr>
            <a:endParaRPr>
              <a:latin typeface="Calibri"/>
              <a:ea typeface="Calibri"/>
              <a:cs typeface="Calibri"/>
              <a:sym typeface="Calibri"/>
            </a:endParaRPr>
          </a:p>
          <a:p>
            <a:pPr marL="342900" lvl="0" indent="-228600" algn="l" rtl="0">
              <a:lnSpc>
                <a:spcPct val="100000"/>
              </a:lnSpc>
              <a:spcBef>
                <a:spcPts val="1000"/>
              </a:spcBef>
              <a:spcAft>
                <a:spcPts val="0"/>
              </a:spcAft>
              <a:buSzPts val="1800"/>
              <a:buNone/>
            </a:pPr>
            <a:endParaRPr>
              <a:latin typeface="Calibri"/>
              <a:ea typeface="Calibri"/>
              <a:cs typeface="Calibri"/>
              <a:sym typeface="Calibri"/>
            </a:endParaRPr>
          </a:p>
          <a:p>
            <a:pPr marL="2057400" lvl="4" indent="-228600" algn="l" rtl="0">
              <a:lnSpc>
                <a:spcPct val="100000"/>
              </a:lnSpc>
              <a:spcBef>
                <a:spcPts val="1000"/>
              </a:spcBef>
              <a:spcAft>
                <a:spcPts val="0"/>
              </a:spcAft>
              <a:buSzPts val="1600"/>
              <a:buChar char="?"/>
            </a:pPr>
            <a:r>
              <a:rPr lang="en-US" sz="1600">
                <a:latin typeface="Calibri"/>
                <a:ea typeface="Calibri"/>
                <a:cs typeface="Calibri"/>
                <a:sym typeface="Calibri"/>
              </a:rPr>
              <a:t>Oprește-te și dă-ți o șansă. - Beck</a:t>
            </a:r>
            <a:endParaRPr/>
          </a:p>
          <a:p>
            <a:pPr marL="2057400" lvl="4" indent="-228600" algn="l" rtl="0">
              <a:lnSpc>
                <a:spcPct val="100000"/>
              </a:lnSpc>
              <a:spcBef>
                <a:spcPts val="1000"/>
              </a:spcBef>
              <a:spcAft>
                <a:spcPts val="0"/>
              </a:spcAft>
              <a:buSzPts val="1600"/>
              <a:buChar char="?"/>
            </a:pPr>
            <a:r>
              <a:rPr lang="en-US" sz="1600">
                <a:latin typeface="Calibri"/>
                <a:ea typeface="Calibri"/>
                <a:cs typeface="Calibri"/>
                <a:sym typeface="Calibri"/>
              </a:rPr>
              <a:t>Terapia cognitivă caută să reducă stresul psihologic prin corectarea concepțiilor eronate și semnalelor de la sine. Prin corectarea credințelor eronate, ne putem reduce reacțiile excesive. – Aaron T. Beck</a:t>
            </a:r>
            <a:endParaRPr/>
          </a:p>
          <a:p>
            <a:pPr marL="2057400" lvl="4" indent="-228600" algn="l" rtl="0">
              <a:lnSpc>
                <a:spcPct val="100000"/>
              </a:lnSpc>
              <a:spcBef>
                <a:spcPts val="1000"/>
              </a:spcBef>
              <a:spcAft>
                <a:spcPts val="0"/>
              </a:spcAft>
              <a:buSzPts val="1600"/>
              <a:buChar char="?"/>
            </a:pPr>
            <a:r>
              <a:rPr lang="en-US" sz="1600">
                <a:latin typeface="Calibri"/>
                <a:ea typeface="Calibri"/>
                <a:cs typeface="Calibri"/>
                <a:sym typeface="Calibri"/>
              </a:rPr>
              <a:t>(1921-2021)</a:t>
            </a:r>
            <a:endParaRPr/>
          </a:p>
        </p:txBody>
      </p:sp>
      <p:pic>
        <p:nvPicPr>
          <p:cNvPr id="351" name="Google Shape;351;p27" descr="TOP 25 QUOTES BY ALBERT ELLIS (of 123) | A-Z Quotes"/>
          <p:cNvPicPr preferRelativeResize="0"/>
          <p:nvPr/>
        </p:nvPicPr>
        <p:blipFill rotWithShape="1">
          <a:blip r:embed="rId3">
            <a:alphaModFix/>
          </a:blip>
          <a:srcRect r="63870" b="2135"/>
          <a:stretch/>
        </p:blipFill>
        <p:spPr>
          <a:xfrm>
            <a:off x="442029" y="1772816"/>
            <a:ext cx="1500386" cy="1914004"/>
          </a:xfrm>
          <a:prstGeom prst="rect">
            <a:avLst/>
          </a:prstGeom>
          <a:noFill/>
          <a:ln>
            <a:noFill/>
          </a:ln>
        </p:spPr>
      </p:pic>
      <p:pic>
        <p:nvPicPr>
          <p:cNvPr id="352" name="Google Shape;352;p27" descr="8 Great Quotes from Aaron Beck - Exploring your mind"/>
          <p:cNvPicPr preferRelativeResize="0"/>
          <p:nvPr/>
        </p:nvPicPr>
        <p:blipFill rotWithShape="1">
          <a:blip r:embed="rId4">
            <a:alphaModFix/>
          </a:blip>
          <a:srcRect l="8420" r="15526" b="-245"/>
          <a:stretch/>
        </p:blipFill>
        <p:spPr>
          <a:xfrm>
            <a:off x="442029" y="3861048"/>
            <a:ext cx="3325949" cy="2842262"/>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56"/>
        <p:cNvGrpSpPr/>
        <p:nvPr/>
      </p:nvGrpSpPr>
      <p:grpSpPr>
        <a:xfrm>
          <a:off x="0" y="0"/>
          <a:ext cx="0" cy="0"/>
          <a:chOff x="0" y="0"/>
          <a:chExt cx="0" cy="0"/>
        </a:xfrm>
      </p:grpSpPr>
      <p:sp>
        <p:nvSpPr>
          <p:cNvPr id="357" name="Google Shape;357;p28"/>
          <p:cNvSpPr txBox="1">
            <a:spLocks noGrp="1"/>
          </p:cNvSpPr>
          <p:nvPr>
            <p:ph type="title"/>
          </p:nvPr>
        </p:nvSpPr>
        <p:spPr>
          <a:xfrm>
            <a:off x="1945201" y="624110"/>
            <a:ext cx="6589199" cy="128089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Clr>
                <a:srgbClr val="262626"/>
              </a:buClr>
              <a:buSzPts val="3600"/>
              <a:buFont typeface="Century Gothic"/>
              <a:buNone/>
            </a:pPr>
            <a:r>
              <a:rPr lang="en-US"/>
              <a:t>Paradigma Cognitivă</a:t>
            </a:r>
            <a:endParaRPr/>
          </a:p>
        </p:txBody>
      </p:sp>
      <p:sp>
        <p:nvSpPr>
          <p:cNvPr id="358" name="Google Shape;358;p28"/>
          <p:cNvSpPr txBox="1">
            <a:spLocks noGrp="1"/>
          </p:cNvSpPr>
          <p:nvPr>
            <p:ph type="body" idx="1"/>
          </p:nvPr>
        </p:nvSpPr>
        <p:spPr>
          <a:xfrm>
            <a:off x="1942415" y="2133600"/>
            <a:ext cx="6591985" cy="3777622"/>
          </a:xfrm>
          <a:prstGeom prst="rect">
            <a:avLst/>
          </a:prstGeom>
          <a:noFill/>
          <a:ln>
            <a:noFill/>
          </a:ln>
        </p:spPr>
        <p:txBody>
          <a:bodyPr spcFirstLastPara="1" wrap="square" lIns="91425" tIns="45700" rIns="91425" bIns="45700" anchor="t" anchorCtr="0">
            <a:normAutofit lnSpcReduction="10000"/>
          </a:bodyPr>
          <a:lstStyle/>
          <a:p>
            <a:pPr marL="342900" lvl="0" indent="-342900" algn="just" rtl="0">
              <a:lnSpc>
                <a:spcPct val="150000"/>
              </a:lnSpc>
              <a:spcBef>
                <a:spcPts val="0"/>
              </a:spcBef>
              <a:spcAft>
                <a:spcPts val="0"/>
              </a:spcAft>
              <a:buSzPts val="1800"/>
              <a:buChar char="?"/>
            </a:pPr>
            <a:r>
              <a:rPr lang="en-US" i="1"/>
              <a:t>Factori determinan</a:t>
            </a:r>
            <a:r>
              <a:rPr lang="en-US" i="1">
                <a:latin typeface="Calibri"/>
                <a:ea typeface="Calibri"/>
                <a:cs typeface="Calibri"/>
                <a:sym typeface="Calibri"/>
              </a:rPr>
              <a:t>ți ai comportametului</a:t>
            </a:r>
            <a:r>
              <a:rPr lang="en-US"/>
              <a:t>: procesele mentale care activează  emoții și comportamente.</a:t>
            </a:r>
            <a:endParaRPr/>
          </a:p>
          <a:p>
            <a:pPr marL="342900" lvl="0" indent="-228600" algn="just" rtl="0">
              <a:lnSpc>
                <a:spcPct val="150000"/>
              </a:lnSpc>
              <a:spcBef>
                <a:spcPts val="1000"/>
              </a:spcBef>
              <a:spcAft>
                <a:spcPts val="0"/>
              </a:spcAft>
              <a:buSzPts val="1800"/>
              <a:buNone/>
            </a:pPr>
            <a:endParaRPr/>
          </a:p>
          <a:p>
            <a:pPr marL="342900" lvl="0" indent="-342900" algn="just" rtl="0">
              <a:lnSpc>
                <a:spcPct val="150000"/>
              </a:lnSpc>
              <a:spcBef>
                <a:spcPts val="1000"/>
              </a:spcBef>
              <a:spcAft>
                <a:spcPts val="0"/>
              </a:spcAft>
              <a:buSzPts val="1800"/>
              <a:buChar char="?"/>
            </a:pPr>
            <a:r>
              <a:rPr lang="en-US" i="1"/>
              <a:t>Dezvoltarea personalității</a:t>
            </a:r>
            <a:r>
              <a:rPr lang="en-US"/>
              <a:t>: scheme cognitive, procese mentale.</a:t>
            </a:r>
            <a:endParaRPr/>
          </a:p>
          <a:p>
            <a:pPr marL="342900" lvl="0" indent="-228600" algn="just" rtl="0">
              <a:lnSpc>
                <a:spcPct val="150000"/>
              </a:lnSpc>
              <a:spcBef>
                <a:spcPts val="1000"/>
              </a:spcBef>
              <a:spcAft>
                <a:spcPts val="0"/>
              </a:spcAft>
              <a:buSzPts val="1800"/>
              <a:buNone/>
            </a:pPr>
            <a:endParaRPr/>
          </a:p>
          <a:p>
            <a:pPr marL="342900" lvl="0" indent="-342900" algn="just" rtl="0">
              <a:lnSpc>
                <a:spcPct val="150000"/>
              </a:lnSpc>
              <a:spcBef>
                <a:spcPts val="1000"/>
              </a:spcBef>
              <a:spcAft>
                <a:spcPts val="0"/>
              </a:spcAft>
              <a:buSzPts val="1800"/>
              <a:buChar char="?"/>
            </a:pPr>
            <a:r>
              <a:rPr lang="en-US" i="1"/>
              <a:t>Sursa psihopatologiei</a:t>
            </a:r>
            <a:r>
              <a:rPr lang="en-US"/>
              <a:t>: gânduri nesănătoase care activează emoții și comportamente nes</a:t>
            </a:r>
            <a:r>
              <a:rPr lang="en-US">
                <a:latin typeface="Times New Roman"/>
                <a:ea typeface="Times New Roman"/>
                <a:cs typeface="Times New Roman"/>
                <a:sym typeface="Times New Roman"/>
              </a:rPr>
              <a:t>ǎ</a:t>
            </a:r>
            <a:r>
              <a:rPr lang="en-US"/>
              <a:t>nătoase.</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62"/>
        <p:cNvGrpSpPr/>
        <p:nvPr/>
      </p:nvGrpSpPr>
      <p:grpSpPr>
        <a:xfrm>
          <a:off x="0" y="0"/>
          <a:ext cx="0" cy="0"/>
          <a:chOff x="0" y="0"/>
          <a:chExt cx="0" cy="0"/>
        </a:xfrm>
      </p:grpSpPr>
      <p:sp>
        <p:nvSpPr>
          <p:cNvPr id="363" name="Google Shape;363;p29"/>
          <p:cNvSpPr txBox="1">
            <a:spLocks noGrp="1"/>
          </p:cNvSpPr>
          <p:nvPr>
            <p:ph type="title"/>
          </p:nvPr>
        </p:nvSpPr>
        <p:spPr>
          <a:xfrm>
            <a:off x="1403648" y="620560"/>
            <a:ext cx="8229600" cy="106680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Clr>
                <a:srgbClr val="892C1C"/>
              </a:buClr>
              <a:buSzPts val="3600"/>
              <a:buFont typeface="Century Gothic"/>
              <a:buNone/>
            </a:pPr>
            <a:r>
              <a:rPr lang="en-US" b="1">
                <a:solidFill>
                  <a:srgbClr val="892C1C"/>
                </a:solidFill>
              </a:rPr>
              <a:t>Paradigma Cognitivă</a:t>
            </a:r>
            <a:endParaRPr b="1">
              <a:solidFill>
                <a:srgbClr val="892C1C"/>
              </a:solidFill>
            </a:endParaRPr>
          </a:p>
        </p:txBody>
      </p:sp>
      <p:sp>
        <p:nvSpPr>
          <p:cNvPr id="364" name="Google Shape;364;p29"/>
          <p:cNvSpPr txBox="1">
            <a:spLocks noGrp="1"/>
          </p:cNvSpPr>
          <p:nvPr>
            <p:ph type="body" idx="1"/>
          </p:nvPr>
        </p:nvSpPr>
        <p:spPr>
          <a:xfrm>
            <a:off x="457200" y="1844824"/>
            <a:ext cx="8229600" cy="4729712"/>
          </a:xfrm>
          <a:prstGeom prst="rect">
            <a:avLst/>
          </a:prstGeom>
          <a:noFill/>
          <a:ln>
            <a:noFill/>
          </a:ln>
        </p:spPr>
        <p:txBody>
          <a:bodyPr spcFirstLastPara="1" wrap="square" lIns="91425" tIns="45700" rIns="91425" bIns="45700" anchor="t" anchorCtr="0">
            <a:normAutofit/>
          </a:bodyPr>
          <a:lstStyle/>
          <a:p>
            <a:pPr marL="342900" lvl="0" indent="-342900" algn="l" rtl="0">
              <a:lnSpc>
                <a:spcPct val="100000"/>
              </a:lnSpc>
              <a:spcBef>
                <a:spcPts val="0"/>
              </a:spcBef>
              <a:spcAft>
                <a:spcPts val="0"/>
              </a:spcAft>
              <a:buSzPts val="1800"/>
              <a:buChar char="?"/>
            </a:pPr>
            <a:r>
              <a:rPr lang="en-US" b="1"/>
              <a:t>Tehnici utilizate: </a:t>
            </a:r>
            <a:r>
              <a:rPr lang="en-US"/>
              <a:t>experiment, observație.</a:t>
            </a:r>
            <a:endParaRPr/>
          </a:p>
          <a:p>
            <a:pPr marL="342900" lvl="0" indent="-228600" algn="l" rtl="0">
              <a:lnSpc>
                <a:spcPct val="100000"/>
              </a:lnSpc>
              <a:spcBef>
                <a:spcPts val="1000"/>
              </a:spcBef>
              <a:spcAft>
                <a:spcPts val="0"/>
              </a:spcAft>
              <a:buSzPts val="1800"/>
              <a:buNone/>
            </a:pPr>
            <a:endParaRPr/>
          </a:p>
          <a:p>
            <a:pPr marL="342900" lvl="0" indent="-228600" algn="l" rtl="0">
              <a:lnSpc>
                <a:spcPct val="100000"/>
              </a:lnSpc>
              <a:spcBef>
                <a:spcPts val="1000"/>
              </a:spcBef>
              <a:spcAft>
                <a:spcPts val="0"/>
              </a:spcAft>
              <a:buSzPts val="1800"/>
              <a:buNone/>
            </a:pPr>
            <a:endParaRPr/>
          </a:p>
          <a:p>
            <a:pPr marL="342900" lvl="0" indent="-228600" algn="l" rtl="0">
              <a:lnSpc>
                <a:spcPct val="100000"/>
              </a:lnSpc>
              <a:spcBef>
                <a:spcPts val="1000"/>
              </a:spcBef>
              <a:spcAft>
                <a:spcPts val="0"/>
              </a:spcAft>
              <a:buSzPts val="1800"/>
              <a:buNone/>
            </a:pPr>
            <a:endParaRPr/>
          </a:p>
          <a:p>
            <a:pPr marL="342900" lvl="0" indent="-228600" algn="l" rtl="0">
              <a:lnSpc>
                <a:spcPct val="100000"/>
              </a:lnSpc>
              <a:spcBef>
                <a:spcPts val="1000"/>
              </a:spcBef>
              <a:spcAft>
                <a:spcPts val="0"/>
              </a:spcAft>
              <a:buSzPts val="1800"/>
              <a:buNone/>
            </a:pPr>
            <a:endParaRPr/>
          </a:p>
          <a:p>
            <a:pPr marL="342900" lvl="0" indent="-342900" algn="l" rtl="0">
              <a:lnSpc>
                <a:spcPct val="100000"/>
              </a:lnSpc>
              <a:spcBef>
                <a:spcPts val="1000"/>
              </a:spcBef>
              <a:spcAft>
                <a:spcPts val="0"/>
              </a:spcAft>
              <a:buSzPts val="1800"/>
              <a:buNone/>
            </a:pPr>
            <a:endParaRPr/>
          </a:p>
        </p:txBody>
      </p:sp>
      <p:pic>
        <p:nvPicPr>
          <p:cNvPr id="365" name="Google Shape;365;p29"/>
          <p:cNvPicPr preferRelativeResize="0"/>
          <p:nvPr/>
        </p:nvPicPr>
        <p:blipFill rotWithShape="1">
          <a:blip r:embed="rId3">
            <a:alphaModFix/>
          </a:blip>
          <a:srcRect/>
          <a:stretch/>
        </p:blipFill>
        <p:spPr>
          <a:xfrm>
            <a:off x="2267744" y="2708920"/>
            <a:ext cx="3816424" cy="3708152"/>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69"/>
        <p:cNvGrpSpPr/>
        <p:nvPr/>
      </p:nvGrpSpPr>
      <p:grpSpPr>
        <a:xfrm>
          <a:off x="0" y="0"/>
          <a:ext cx="0" cy="0"/>
          <a:chOff x="0" y="0"/>
          <a:chExt cx="0" cy="0"/>
        </a:xfrm>
      </p:grpSpPr>
      <p:sp>
        <p:nvSpPr>
          <p:cNvPr id="370" name="Google Shape;370;p30"/>
          <p:cNvSpPr txBox="1">
            <a:spLocks noGrp="1"/>
          </p:cNvSpPr>
          <p:nvPr>
            <p:ph type="title"/>
          </p:nvPr>
        </p:nvSpPr>
        <p:spPr>
          <a:xfrm>
            <a:off x="1945201" y="624110"/>
            <a:ext cx="6589199" cy="128089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Clr>
                <a:srgbClr val="262626"/>
              </a:buClr>
              <a:buSzPts val="3600"/>
              <a:buFont typeface="Times New Roman"/>
              <a:buNone/>
            </a:pPr>
            <a:r>
              <a:rPr lang="en-US">
                <a:latin typeface="Times New Roman"/>
                <a:ea typeface="Times New Roman"/>
                <a:cs typeface="Times New Roman"/>
                <a:sym typeface="Times New Roman"/>
              </a:rPr>
              <a:t>Activitate</a:t>
            </a:r>
            <a:endParaRPr>
              <a:latin typeface="Times New Roman"/>
              <a:ea typeface="Times New Roman"/>
              <a:cs typeface="Times New Roman"/>
              <a:sym typeface="Times New Roman"/>
            </a:endParaRPr>
          </a:p>
        </p:txBody>
      </p:sp>
      <p:sp>
        <p:nvSpPr>
          <p:cNvPr id="371" name="Google Shape;371;p30"/>
          <p:cNvSpPr txBox="1">
            <a:spLocks noGrp="1"/>
          </p:cNvSpPr>
          <p:nvPr>
            <p:ph type="body" idx="1"/>
          </p:nvPr>
        </p:nvSpPr>
        <p:spPr>
          <a:xfrm>
            <a:off x="1942415" y="2133600"/>
            <a:ext cx="6591985" cy="3777622"/>
          </a:xfrm>
          <a:prstGeom prst="rect">
            <a:avLst/>
          </a:prstGeom>
          <a:noFill/>
          <a:ln>
            <a:noFill/>
          </a:ln>
        </p:spPr>
        <p:txBody>
          <a:bodyPr spcFirstLastPara="1" wrap="square" lIns="91425" tIns="45700" rIns="91425" bIns="45700" anchor="t" anchorCtr="0">
            <a:normAutofit/>
          </a:bodyPr>
          <a:lstStyle/>
          <a:p>
            <a:pPr marL="342900" lvl="0" indent="-342900" algn="just" rtl="0">
              <a:lnSpc>
                <a:spcPct val="150000"/>
              </a:lnSpc>
              <a:spcBef>
                <a:spcPts val="0"/>
              </a:spcBef>
              <a:spcAft>
                <a:spcPts val="0"/>
              </a:spcAft>
              <a:buSzPts val="1800"/>
              <a:buChar char="?"/>
            </a:pPr>
            <a:r>
              <a:rPr lang="en-US">
                <a:latin typeface="Times New Roman"/>
                <a:ea typeface="Times New Roman"/>
                <a:cs typeface="Times New Roman"/>
                <a:sym typeface="Times New Roman"/>
              </a:rPr>
              <a:t>2 asemănări și 2 deosebiri  între perspectiva biologică și cea cognitivă</a:t>
            </a:r>
            <a:endParaRPr/>
          </a:p>
          <a:p>
            <a:pPr marL="342900" lvl="0" indent="-228600" algn="just" rtl="0">
              <a:lnSpc>
                <a:spcPct val="150000"/>
              </a:lnSpc>
              <a:spcBef>
                <a:spcPts val="1000"/>
              </a:spcBef>
              <a:spcAft>
                <a:spcPts val="0"/>
              </a:spcAft>
              <a:buSzPts val="1800"/>
              <a:buNone/>
            </a:pPr>
            <a:endParaRPr>
              <a:latin typeface="Times New Roman"/>
              <a:ea typeface="Times New Roman"/>
              <a:cs typeface="Times New Roman"/>
              <a:sym typeface="Times New Roman"/>
            </a:endParaRPr>
          </a:p>
          <a:p>
            <a:pPr marL="342900" lvl="0" indent="-342900" algn="just" rtl="0">
              <a:lnSpc>
                <a:spcPct val="150000"/>
              </a:lnSpc>
              <a:spcBef>
                <a:spcPts val="1000"/>
              </a:spcBef>
              <a:spcAft>
                <a:spcPts val="0"/>
              </a:spcAft>
              <a:buSzPts val="1800"/>
              <a:buChar char="?"/>
            </a:pPr>
            <a:r>
              <a:rPr lang="en-US">
                <a:latin typeface="Times New Roman"/>
                <a:ea typeface="Times New Roman"/>
                <a:cs typeface="Times New Roman"/>
                <a:sym typeface="Times New Roman"/>
              </a:rPr>
              <a:t>Joc: alegeți-vă un coleg și încercați să îi explicați asemănările și deosebirile găsite de voi. Explicați și celorlalți colegi.</a:t>
            </a:r>
            <a:endParaRPr/>
          </a:p>
          <a:p>
            <a:pPr marL="342900" lvl="0" indent="-228600" algn="just" rtl="0">
              <a:lnSpc>
                <a:spcPct val="150000"/>
              </a:lnSpc>
              <a:spcBef>
                <a:spcPts val="1000"/>
              </a:spcBef>
              <a:spcAft>
                <a:spcPts val="0"/>
              </a:spcAft>
              <a:buSzPts val="1800"/>
              <a:buNone/>
            </a:pPr>
            <a:endParaRPr>
              <a:latin typeface="Times New Roman"/>
              <a:ea typeface="Times New Roman"/>
              <a:cs typeface="Times New Roman"/>
              <a:sym typeface="Times New Roman"/>
            </a:endParaRPr>
          </a:p>
          <a:p>
            <a:pPr marL="342900" lvl="0" indent="-342900" algn="just" rtl="0">
              <a:lnSpc>
                <a:spcPct val="150000"/>
              </a:lnSpc>
              <a:spcBef>
                <a:spcPts val="1000"/>
              </a:spcBef>
              <a:spcAft>
                <a:spcPts val="0"/>
              </a:spcAft>
              <a:buSzPts val="1800"/>
              <a:buChar char="?"/>
            </a:pPr>
            <a:r>
              <a:rPr lang="en-US">
                <a:latin typeface="Times New Roman"/>
                <a:ea typeface="Times New Roman"/>
                <a:cs typeface="Times New Roman"/>
                <a:sym typeface="Times New Roman"/>
              </a:rPr>
              <a:t>Agresivitatea – analizați-o la nivel biologic și cognitiv.</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75"/>
        <p:cNvGrpSpPr/>
        <p:nvPr/>
      </p:nvGrpSpPr>
      <p:grpSpPr>
        <a:xfrm>
          <a:off x="0" y="0"/>
          <a:ext cx="0" cy="0"/>
          <a:chOff x="0" y="0"/>
          <a:chExt cx="0" cy="0"/>
        </a:xfrm>
      </p:grpSpPr>
      <p:sp>
        <p:nvSpPr>
          <p:cNvPr id="376" name="Google Shape;376;p31"/>
          <p:cNvSpPr txBox="1">
            <a:spLocks noGrp="1"/>
          </p:cNvSpPr>
          <p:nvPr>
            <p:ph type="title"/>
          </p:nvPr>
        </p:nvSpPr>
        <p:spPr>
          <a:xfrm>
            <a:off x="1945201" y="624110"/>
            <a:ext cx="6589199" cy="128089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Clr>
                <a:srgbClr val="262626"/>
              </a:buClr>
              <a:buSzPts val="3600"/>
              <a:buFont typeface="Century Gothic"/>
              <a:buNone/>
            </a:pPr>
            <a:endParaRPr/>
          </a:p>
        </p:txBody>
      </p:sp>
      <p:sp>
        <p:nvSpPr>
          <p:cNvPr id="377" name="Google Shape;377;p31"/>
          <p:cNvSpPr txBox="1">
            <a:spLocks noGrp="1"/>
          </p:cNvSpPr>
          <p:nvPr>
            <p:ph type="body" idx="1"/>
          </p:nvPr>
        </p:nvSpPr>
        <p:spPr>
          <a:xfrm>
            <a:off x="1942415" y="2133600"/>
            <a:ext cx="6591985" cy="3777622"/>
          </a:xfrm>
          <a:prstGeom prst="rect">
            <a:avLst/>
          </a:prstGeom>
          <a:noFill/>
          <a:ln>
            <a:noFill/>
          </a:ln>
        </p:spPr>
        <p:txBody>
          <a:bodyPr spcFirstLastPara="1" wrap="square" lIns="91425" tIns="45700" rIns="91425" bIns="45700" anchor="t" anchorCtr="0">
            <a:normAutofit/>
          </a:bodyPr>
          <a:lstStyle/>
          <a:p>
            <a:pPr marL="342900" lvl="0" indent="-228600" algn="l" rtl="0">
              <a:lnSpc>
                <a:spcPct val="100000"/>
              </a:lnSpc>
              <a:spcBef>
                <a:spcPts val="0"/>
              </a:spcBef>
              <a:spcAft>
                <a:spcPts val="0"/>
              </a:spcAft>
              <a:buSzPts val="1800"/>
              <a:buNone/>
            </a:pPr>
            <a:endParaRPr/>
          </a:p>
        </p:txBody>
      </p:sp>
      <p:pic>
        <p:nvPicPr>
          <p:cNvPr id="378" name="Google Shape;378;p31" descr="Poster - Approaches - Approaches in Psychology | Teaching Resources"/>
          <p:cNvPicPr preferRelativeResize="0"/>
          <p:nvPr/>
        </p:nvPicPr>
        <p:blipFill rotWithShape="1">
          <a:blip r:embed="rId3">
            <a:alphaModFix/>
          </a:blip>
          <a:srcRect/>
          <a:stretch/>
        </p:blipFill>
        <p:spPr>
          <a:xfrm>
            <a:off x="-195943" y="-135904"/>
            <a:ext cx="9813521" cy="6874041"/>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82"/>
        <p:cNvGrpSpPr/>
        <p:nvPr/>
      </p:nvGrpSpPr>
      <p:grpSpPr>
        <a:xfrm>
          <a:off x="0" y="0"/>
          <a:ext cx="0" cy="0"/>
          <a:chOff x="0" y="0"/>
          <a:chExt cx="0" cy="0"/>
        </a:xfrm>
      </p:grpSpPr>
      <p:sp>
        <p:nvSpPr>
          <p:cNvPr id="383" name="Google Shape;383;p32"/>
          <p:cNvSpPr txBox="1">
            <a:spLocks noGrp="1"/>
          </p:cNvSpPr>
          <p:nvPr>
            <p:ph type="title"/>
          </p:nvPr>
        </p:nvSpPr>
        <p:spPr>
          <a:xfrm>
            <a:off x="1547664" y="648072"/>
            <a:ext cx="8382000" cy="701824"/>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Clr>
                <a:srgbClr val="892C1C"/>
              </a:buClr>
              <a:buSzPts val="3600"/>
              <a:buFont typeface="Century Gothic"/>
              <a:buNone/>
            </a:pPr>
            <a:r>
              <a:rPr lang="en-US" b="1">
                <a:solidFill>
                  <a:srgbClr val="892C1C"/>
                </a:solidFill>
              </a:rPr>
              <a:t>Paradigme</a:t>
            </a:r>
            <a:endParaRPr b="1">
              <a:solidFill>
                <a:srgbClr val="892C1C"/>
              </a:solidFill>
            </a:endParaRPr>
          </a:p>
        </p:txBody>
      </p:sp>
      <p:sp>
        <p:nvSpPr>
          <p:cNvPr id="384" name="Google Shape;384;p32"/>
          <p:cNvSpPr txBox="1">
            <a:spLocks noGrp="1"/>
          </p:cNvSpPr>
          <p:nvPr>
            <p:ph type="body" idx="1"/>
          </p:nvPr>
        </p:nvSpPr>
        <p:spPr>
          <a:xfrm>
            <a:off x="381000" y="1322715"/>
            <a:ext cx="4041648" cy="792088"/>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2000"/>
              <a:buNone/>
            </a:pPr>
            <a:r>
              <a:rPr lang="en-US" sz="2000" b="1"/>
              <a:t>Analiza proceselor interne</a:t>
            </a:r>
            <a:endParaRPr/>
          </a:p>
        </p:txBody>
      </p:sp>
      <p:sp>
        <p:nvSpPr>
          <p:cNvPr id="385" name="Google Shape;385;p32"/>
          <p:cNvSpPr txBox="1">
            <a:spLocks noGrp="1"/>
          </p:cNvSpPr>
          <p:nvPr>
            <p:ph type="body" idx="2"/>
          </p:nvPr>
        </p:nvSpPr>
        <p:spPr>
          <a:xfrm>
            <a:off x="530352" y="2200904"/>
            <a:ext cx="4041648" cy="3021703"/>
          </a:xfrm>
          <a:prstGeom prst="rect">
            <a:avLst/>
          </a:prstGeom>
          <a:noFill/>
          <a:ln>
            <a:noFill/>
          </a:ln>
        </p:spPr>
        <p:txBody>
          <a:bodyPr spcFirstLastPara="1" wrap="square" lIns="91425" tIns="45700" rIns="91425" bIns="45700" anchor="t" anchorCtr="0">
            <a:normAutofit/>
          </a:bodyPr>
          <a:lstStyle/>
          <a:p>
            <a:pPr marL="342900" lvl="0" indent="-342900" algn="l" rtl="0">
              <a:lnSpc>
                <a:spcPct val="100000"/>
              </a:lnSpc>
              <a:spcBef>
                <a:spcPts val="0"/>
              </a:spcBef>
              <a:spcAft>
                <a:spcPts val="0"/>
              </a:spcAft>
              <a:buSzPts val="1800"/>
              <a:buChar char="?"/>
            </a:pPr>
            <a:r>
              <a:rPr lang="en-US"/>
              <a:t>Biologic</a:t>
            </a:r>
            <a:r>
              <a:rPr lang="en-US">
                <a:latin typeface="Times New Roman"/>
                <a:ea typeface="Times New Roman"/>
                <a:cs typeface="Times New Roman"/>
                <a:sym typeface="Times New Roman"/>
              </a:rPr>
              <a:t>ǎ</a:t>
            </a:r>
            <a:endParaRPr/>
          </a:p>
          <a:p>
            <a:pPr marL="342900" lvl="0" indent="-228600" algn="l" rtl="0">
              <a:lnSpc>
                <a:spcPct val="100000"/>
              </a:lnSpc>
              <a:spcBef>
                <a:spcPts val="1000"/>
              </a:spcBef>
              <a:spcAft>
                <a:spcPts val="0"/>
              </a:spcAft>
              <a:buSzPts val="1800"/>
              <a:buNone/>
            </a:pPr>
            <a:endParaRPr/>
          </a:p>
          <a:p>
            <a:pPr marL="342900" lvl="0" indent="-342900" algn="l" rtl="0">
              <a:lnSpc>
                <a:spcPct val="100000"/>
              </a:lnSpc>
              <a:spcBef>
                <a:spcPts val="1000"/>
              </a:spcBef>
              <a:spcAft>
                <a:spcPts val="0"/>
              </a:spcAft>
              <a:buSzPts val="1800"/>
              <a:buChar char="?"/>
            </a:pPr>
            <a:r>
              <a:rPr lang="en-US"/>
              <a:t>Cognitiv</a:t>
            </a:r>
            <a:r>
              <a:rPr lang="en-US">
                <a:latin typeface="Times New Roman"/>
                <a:ea typeface="Times New Roman"/>
                <a:cs typeface="Times New Roman"/>
                <a:sym typeface="Times New Roman"/>
              </a:rPr>
              <a:t>ǎ</a:t>
            </a:r>
            <a:endParaRPr/>
          </a:p>
        </p:txBody>
      </p:sp>
      <p:sp>
        <p:nvSpPr>
          <p:cNvPr id="386" name="Google Shape;386;p32"/>
          <p:cNvSpPr txBox="1">
            <a:spLocks noGrp="1"/>
          </p:cNvSpPr>
          <p:nvPr>
            <p:ph type="body" idx="3"/>
          </p:nvPr>
        </p:nvSpPr>
        <p:spPr>
          <a:xfrm>
            <a:off x="4718304" y="1382350"/>
            <a:ext cx="4041775" cy="792088"/>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2000"/>
              <a:buNone/>
            </a:pPr>
            <a:r>
              <a:rPr lang="en-US" sz="2000" b="1"/>
              <a:t>Analiza proceselor externe</a:t>
            </a:r>
            <a:endParaRPr sz="2000" b="1"/>
          </a:p>
        </p:txBody>
      </p:sp>
      <p:sp>
        <p:nvSpPr>
          <p:cNvPr id="387" name="Google Shape;387;p32"/>
          <p:cNvSpPr txBox="1">
            <a:spLocks noGrp="1"/>
          </p:cNvSpPr>
          <p:nvPr>
            <p:ph type="body" idx="4"/>
          </p:nvPr>
        </p:nvSpPr>
        <p:spPr>
          <a:xfrm>
            <a:off x="4682333" y="2276872"/>
            <a:ext cx="4041775" cy="3021702"/>
          </a:xfrm>
          <a:prstGeom prst="rect">
            <a:avLst/>
          </a:prstGeom>
          <a:noFill/>
          <a:ln>
            <a:noFill/>
          </a:ln>
        </p:spPr>
        <p:txBody>
          <a:bodyPr spcFirstLastPara="1" wrap="square" lIns="91425" tIns="45700" rIns="91425" bIns="45700" anchor="t" anchorCtr="0">
            <a:normAutofit/>
          </a:bodyPr>
          <a:lstStyle/>
          <a:p>
            <a:pPr marL="342900" lvl="0" indent="-342900" algn="l" rtl="0">
              <a:lnSpc>
                <a:spcPct val="100000"/>
              </a:lnSpc>
              <a:spcBef>
                <a:spcPts val="0"/>
              </a:spcBef>
              <a:spcAft>
                <a:spcPts val="0"/>
              </a:spcAft>
              <a:buSzPts val="1800"/>
              <a:buChar char="?"/>
            </a:pPr>
            <a:r>
              <a:rPr lang="en-US"/>
              <a:t>Behaviorist</a:t>
            </a:r>
            <a:r>
              <a:rPr lang="en-US">
                <a:latin typeface="Times New Roman"/>
                <a:ea typeface="Times New Roman"/>
                <a:cs typeface="Times New Roman"/>
                <a:sym typeface="Times New Roman"/>
              </a:rPr>
              <a:t>ǎ</a:t>
            </a:r>
            <a:endParaRPr/>
          </a:p>
          <a:p>
            <a:pPr marL="342900" lvl="0" indent="-228600" algn="l" rtl="0">
              <a:lnSpc>
                <a:spcPct val="100000"/>
              </a:lnSpc>
              <a:spcBef>
                <a:spcPts val="1000"/>
              </a:spcBef>
              <a:spcAft>
                <a:spcPts val="0"/>
              </a:spcAft>
              <a:buSzPts val="1800"/>
              <a:buNone/>
            </a:pPr>
            <a:endParaRPr/>
          </a:p>
          <a:p>
            <a:pPr marL="342900" lvl="0" indent="-342900" algn="l" rtl="0">
              <a:lnSpc>
                <a:spcPct val="100000"/>
              </a:lnSpc>
              <a:spcBef>
                <a:spcPts val="1000"/>
              </a:spcBef>
              <a:spcAft>
                <a:spcPts val="0"/>
              </a:spcAft>
              <a:buSzPts val="1800"/>
              <a:buChar char="?"/>
            </a:pPr>
            <a:r>
              <a:rPr lang="en-US"/>
              <a:t>Social-Cultural</a:t>
            </a:r>
            <a:r>
              <a:rPr lang="en-US">
                <a:latin typeface="Times New Roman"/>
                <a:ea typeface="Times New Roman"/>
                <a:cs typeface="Times New Roman"/>
                <a:sym typeface="Times New Roman"/>
              </a:rPr>
              <a:t>ǎ</a:t>
            </a:r>
            <a:endParaRPr/>
          </a:p>
        </p:txBody>
      </p:sp>
      <p:pic>
        <p:nvPicPr>
          <p:cNvPr id="388" name="Google Shape;388;p32" descr="2: Nativists vs. Empiricists Take by Different Approaches of Psychology...  | Download Scientific Diagram"/>
          <p:cNvPicPr preferRelativeResize="0"/>
          <p:nvPr/>
        </p:nvPicPr>
        <p:blipFill rotWithShape="1">
          <a:blip r:embed="rId3">
            <a:alphaModFix/>
          </a:blip>
          <a:srcRect/>
          <a:stretch/>
        </p:blipFill>
        <p:spPr>
          <a:xfrm>
            <a:off x="-4996" y="240855"/>
            <a:ext cx="8890885" cy="6489883"/>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92"/>
        <p:cNvGrpSpPr/>
        <p:nvPr/>
      </p:nvGrpSpPr>
      <p:grpSpPr>
        <a:xfrm>
          <a:off x="0" y="0"/>
          <a:ext cx="0" cy="0"/>
          <a:chOff x="0" y="0"/>
          <a:chExt cx="0" cy="0"/>
        </a:xfrm>
      </p:grpSpPr>
      <p:sp>
        <p:nvSpPr>
          <p:cNvPr id="393" name="Google Shape;393;p33"/>
          <p:cNvSpPr txBox="1">
            <a:spLocks noGrp="1"/>
          </p:cNvSpPr>
          <p:nvPr>
            <p:ph type="title"/>
          </p:nvPr>
        </p:nvSpPr>
        <p:spPr>
          <a:xfrm>
            <a:off x="1619672" y="562000"/>
            <a:ext cx="8229600" cy="106680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Clr>
                <a:srgbClr val="892C1C"/>
              </a:buClr>
              <a:buSzPts val="3600"/>
              <a:buFont typeface="Century Gothic"/>
              <a:buNone/>
            </a:pPr>
            <a:r>
              <a:rPr lang="en-US" b="1">
                <a:solidFill>
                  <a:srgbClr val="892C1C"/>
                </a:solidFill>
              </a:rPr>
              <a:t>Activitate</a:t>
            </a:r>
            <a:endParaRPr/>
          </a:p>
        </p:txBody>
      </p:sp>
      <p:sp>
        <p:nvSpPr>
          <p:cNvPr id="394" name="Google Shape;394;p33"/>
          <p:cNvSpPr txBox="1">
            <a:spLocks noGrp="1"/>
          </p:cNvSpPr>
          <p:nvPr>
            <p:ph type="body" idx="1"/>
          </p:nvPr>
        </p:nvSpPr>
        <p:spPr>
          <a:xfrm>
            <a:off x="323528" y="1628800"/>
            <a:ext cx="8229600" cy="2376264"/>
          </a:xfrm>
          <a:prstGeom prst="rect">
            <a:avLst/>
          </a:prstGeom>
          <a:noFill/>
          <a:ln>
            <a:noFill/>
          </a:ln>
        </p:spPr>
        <p:txBody>
          <a:bodyPr spcFirstLastPara="1" wrap="square" lIns="91425" tIns="45700" rIns="91425" bIns="45700" anchor="ctr" anchorCtr="0">
            <a:normAutofit/>
          </a:bodyPr>
          <a:lstStyle/>
          <a:p>
            <a:pPr marL="342900" lvl="0" indent="-342900" algn="just" rtl="0">
              <a:lnSpc>
                <a:spcPct val="150000"/>
              </a:lnSpc>
              <a:spcBef>
                <a:spcPts val="0"/>
              </a:spcBef>
              <a:spcAft>
                <a:spcPts val="0"/>
              </a:spcAft>
              <a:buSzPts val="1800"/>
              <a:buNone/>
            </a:pPr>
            <a:r>
              <a:rPr lang="en-US">
                <a:latin typeface="Calibri"/>
                <a:ea typeface="Calibri"/>
                <a:cs typeface="Calibri"/>
                <a:sym typeface="Calibri"/>
              </a:rPr>
              <a:t>Veți viziona 1 filmuleț. Sarcina dvs. este să identificați caracteristici ale fiecǎrei paradigme prezentate.</a:t>
            </a:r>
            <a:endParaRPr>
              <a:latin typeface="Calibri"/>
              <a:ea typeface="Calibri"/>
              <a:cs typeface="Calibri"/>
              <a:sym typeface="Calibri"/>
            </a:endParaRPr>
          </a:p>
          <a:p>
            <a:pPr marL="342900" lvl="0" indent="-342900" algn="just" rtl="0">
              <a:lnSpc>
                <a:spcPct val="150000"/>
              </a:lnSpc>
              <a:spcBef>
                <a:spcPts val="1000"/>
              </a:spcBef>
              <a:spcAft>
                <a:spcPts val="0"/>
              </a:spcAft>
              <a:buSzPts val="1800"/>
              <a:buNone/>
            </a:pPr>
            <a:endParaRPr>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98"/>
        <p:cNvGrpSpPr/>
        <p:nvPr/>
      </p:nvGrpSpPr>
      <p:grpSpPr>
        <a:xfrm>
          <a:off x="0" y="0"/>
          <a:ext cx="0" cy="0"/>
          <a:chOff x="0" y="0"/>
          <a:chExt cx="0" cy="0"/>
        </a:xfrm>
      </p:grpSpPr>
      <p:sp>
        <p:nvSpPr>
          <p:cNvPr id="399" name="Google Shape;399;p34"/>
          <p:cNvSpPr txBox="1">
            <a:spLocks noGrp="1"/>
          </p:cNvSpPr>
          <p:nvPr>
            <p:ph type="title"/>
          </p:nvPr>
        </p:nvSpPr>
        <p:spPr>
          <a:xfrm>
            <a:off x="1475656" y="620688"/>
            <a:ext cx="3312368" cy="106680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Clr>
                <a:srgbClr val="892C1C"/>
              </a:buClr>
              <a:buSzPts val="3600"/>
              <a:buFont typeface="Century Gothic"/>
              <a:buNone/>
            </a:pPr>
            <a:r>
              <a:rPr lang="en-US" b="1">
                <a:solidFill>
                  <a:srgbClr val="892C1C"/>
                </a:solidFill>
              </a:rPr>
              <a:t>Video</a:t>
            </a:r>
            <a:endParaRPr/>
          </a:p>
        </p:txBody>
      </p:sp>
      <p:sp>
        <p:nvSpPr>
          <p:cNvPr id="400" name="Google Shape;400;p34"/>
          <p:cNvSpPr txBox="1">
            <a:spLocks noGrp="1"/>
          </p:cNvSpPr>
          <p:nvPr>
            <p:ph type="body" idx="1"/>
          </p:nvPr>
        </p:nvSpPr>
        <p:spPr>
          <a:xfrm>
            <a:off x="1942415" y="2133600"/>
            <a:ext cx="6591985" cy="3777622"/>
          </a:xfrm>
          <a:prstGeom prst="rect">
            <a:avLst/>
          </a:prstGeom>
          <a:noFill/>
          <a:ln>
            <a:noFill/>
          </a:ln>
        </p:spPr>
        <p:txBody>
          <a:bodyPr spcFirstLastPara="1" wrap="square" lIns="91425" tIns="45700" rIns="91425" bIns="45700" anchor="t" anchorCtr="0">
            <a:normAutofit/>
          </a:bodyPr>
          <a:lstStyle/>
          <a:p>
            <a:pPr marL="342900" lvl="0" indent="-342900" algn="l" rtl="0">
              <a:lnSpc>
                <a:spcPct val="100000"/>
              </a:lnSpc>
              <a:spcBef>
                <a:spcPts val="0"/>
              </a:spcBef>
              <a:spcAft>
                <a:spcPts val="0"/>
              </a:spcAft>
              <a:buSzPts val="1800"/>
              <a:buNone/>
            </a:pPr>
            <a:br>
              <a:rPr lang="en-US"/>
            </a:br>
            <a:r>
              <a:rPr lang="en-US"/>
              <a:t>https://www.youtube.com/watch?v=x2-MCPa_3rU</a:t>
            </a:r>
            <a:endParaRPr/>
          </a:p>
          <a:p>
            <a:pPr marL="342900" lvl="0" indent="-342900" algn="l" rtl="0">
              <a:lnSpc>
                <a:spcPct val="100000"/>
              </a:lnSpc>
              <a:spcBef>
                <a:spcPts val="1000"/>
              </a:spcBef>
              <a:spcAft>
                <a:spcPts val="0"/>
              </a:spcAft>
              <a:buSzPts val="1800"/>
              <a:buNone/>
            </a:pPr>
            <a:r>
              <a:rPr lang="en-US"/>
              <a:t> </a:t>
            </a:r>
            <a:endParaRPr/>
          </a:p>
          <a:p>
            <a:pPr marL="342900" lvl="0" indent="-342900" algn="l" rtl="0">
              <a:lnSpc>
                <a:spcPct val="100000"/>
              </a:lnSpc>
              <a:spcBef>
                <a:spcPts val="1000"/>
              </a:spcBef>
              <a:spcAft>
                <a:spcPts val="0"/>
              </a:spcAft>
              <a:buSzPts val="1800"/>
              <a:buNone/>
            </a:pPr>
            <a:endParaRPr/>
          </a:p>
          <a:p>
            <a:pPr marL="342900" lvl="0" indent="-228600" algn="l" rtl="0">
              <a:lnSpc>
                <a:spcPct val="100000"/>
              </a:lnSpc>
              <a:spcBef>
                <a:spcPts val="1000"/>
              </a:spcBef>
              <a:spcAft>
                <a:spcPts val="0"/>
              </a:spcAft>
              <a:buSzPts val="1800"/>
              <a:buNone/>
            </a:pPr>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404"/>
        <p:cNvGrpSpPr/>
        <p:nvPr/>
      </p:nvGrpSpPr>
      <p:grpSpPr>
        <a:xfrm>
          <a:off x="0" y="0"/>
          <a:ext cx="0" cy="0"/>
          <a:chOff x="0" y="0"/>
          <a:chExt cx="0" cy="0"/>
        </a:xfrm>
      </p:grpSpPr>
      <p:sp>
        <p:nvSpPr>
          <p:cNvPr id="405" name="Google Shape;405;p35"/>
          <p:cNvSpPr txBox="1">
            <a:spLocks noGrp="1"/>
          </p:cNvSpPr>
          <p:nvPr>
            <p:ph type="title"/>
          </p:nvPr>
        </p:nvSpPr>
        <p:spPr>
          <a:xfrm>
            <a:off x="1945201" y="624110"/>
            <a:ext cx="6589199" cy="128089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Clr>
                <a:srgbClr val="892C1C"/>
              </a:buClr>
              <a:buSzPts val="3600"/>
              <a:buFont typeface="Century Gothic"/>
              <a:buNone/>
            </a:pPr>
            <a:r>
              <a:rPr lang="en-US" b="1">
                <a:solidFill>
                  <a:srgbClr val="892C1C"/>
                </a:solidFill>
              </a:rPr>
              <a:t>Discuții</a:t>
            </a:r>
            <a:endParaRPr/>
          </a:p>
        </p:txBody>
      </p:sp>
      <p:pic>
        <p:nvPicPr>
          <p:cNvPr id="406" name="Google Shape;406;p35" descr="CLIPART_OF_16323_SM_2.jpg"/>
          <p:cNvPicPr preferRelativeResize="0">
            <a:picLocks noGrp="1"/>
          </p:cNvPicPr>
          <p:nvPr>
            <p:ph type="body" idx="1"/>
          </p:nvPr>
        </p:nvPicPr>
        <p:blipFill rotWithShape="1">
          <a:blip r:embed="rId3">
            <a:alphaModFix/>
          </a:blip>
          <a:srcRect/>
          <a:stretch/>
        </p:blipFill>
        <p:spPr>
          <a:xfrm>
            <a:off x="3349625" y="2133600"/>
            <a:ext cx="3778250" cy="377825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410"/>
        <p:cNvGrpSpPr/>
        <p:nvPr/>
      </p:nvGrpSpPr>
      <p:grpSpPr>
        <a:xfrm>
          <a:off x="0" y="0"/>
          <a:ext cx="0" cy="0"/>
          <a:chOff x="0" y="0"/>
          <a:chExt cx="0" cy="0"/>
        </a:xfrm>
      </p:grpSpPr>
      <p:sp>
        <p:nvSpPr>
          <p:cNvPr id="411" name="Google Shape;411;p38"/>
          <p:cNvSpPr txBox="1">
            <a:spLocks noGrp="1"/>
          </p:cNvSpPr>
          <p:nvPr>
            <p:ph type="title"/>
          </p:nvPr>
        </p:nvSpPr>
        <p:spPr>
          <a:xfrm>
            <a:off x="1547664" y="631106"/>
            <a:ext cx="8229600" cy="106680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Clr>
                <a:srgbClr val="892C1C"/>
              </a:buClr>
              <a:buSzPts val="3600"/>
              <a:buFont typeface="Century Gothic"/>
              <a:buNone/>
            </a:pPr>
            <a:r>
              <a:rPr lang="en-US" b="1">
                <a:solidFill>
                  <a:srgbClr val="892C1C"/>
                </a:solidFill>
              </a:rPr>
              <a:t>Sarcina facultativă</a:t>
            </a:r>
            <a:endParaRPr/>
          </a:p>
        </p:txBody>
      </p:sp>
      <p:sp>
        <p:nvSpPr>
          <p:cNvPr id="412" name="Google Shape;412;p38"/>
          <p:cNvSpPr txBox="1">
            <a:spLocks noGrp="1"/>
          </p:cNvSpPr>
          <p:nvPr>
            <p:ph type="body" idx="1"/>
          </p:nvPr>
        </p:nvSpPr>
        <p:spPr>
          <a:xfrm>
            <a:off x="214282" y="2857496"/>
            <a:ext cx="4929222" cy="3717040"/>
          </a:xfrm>
          <a:prstGeom prst="rect">
            <a:avLst/>
          </a:prstGeom>
          <a:noFill/>
          <a:ln>
            <a:noFill/>
          </a:ln>
        </p:spPr>
        <p:txBody>
          <a:bodyPr spcFirstLastPara="1" wrap="square" lIns="91425" tIns="45700" rIns="91425" bIns="45700" anchor="t" anchorCtr="0">
            <a:normAutofit/>
          </a:bodyPr>
          <a:lstStyle/>
          <a:p>
            <a:pPr marL="342900" lvl="0" indent="-342900" algn="just" rtl="0">
              <a:lnSpc>
                <a:spcPct val="150000"/>
              </a:lnSpc>
              <a:spcBef>
                <a:spcPts val="0"/>
              </a:spcBef>
              <a:spcAft>
                <a:spcPts val="0"/>
              </a:spcAft>
              <a:buSzPts val="1800"/>
              <a:buNone/>
            </a:pPr>
            <a:r>
              <a:rPr lang="en-US"/>
              <a:t>Cum ar explica psihologul </a:t>
            </a:r>
            <a:endParaRPr/>
          </a:p>
          <a:p>
            <a:pPr marL="342900" lvl="0" indent="-342900" algn="just" rtl="0">
              <a:lnSpc>
                <a:spcPct val="150000"/>
              </a:lnSpc>
              <a:spcBef>
                <a:spcPts val="1000"/>
              </a:spcBef>
              <a:spcAft>
                <a:spcPts val="0"/>
              </a:spcAft>
              <a:buSzPts val="1800"/>
              <a:buNone/>
            </a:pPr>
            <a:r>
              <a:rPr lang="en-US"/>
              <a:t> 	cauzele comportamentului agresiv al adolecentului în funcție de cele 4 abordări discutate (social cognitivă, psihanalitică, behavioristă, umanistă)? </a:t>
            </a:r>
            <a:endParaRPr/>
          </a:p>
        </p:txBody>
      </p:sp>
      <p:pic>
        <p:nvPicPr>
          <p:cNvPr id="413" name="Google Shape;413;p38" descr="178400_detail.jpg"/>
          <p:cNvPicPr preferRelativeResize="0"/>
          <p:nvPr/>
        </p:nvPicPr>
        <p:blipFill rotWithShape="1">
          <a:blip r:embed="rId3">
            <a:alphaModFix/>
          </a:blip>
          <a:srcRect/>
          <a:stretch/>
        </p:blipFill>
        <p:spPr>
          <a:xfrm>
            <a:off x="5143504" y="2500306"/>
            <a:ext cx="3810000" cy="3810000"/>
          </a:xfrm>
          <a:prstGeom prst="rect">
            <a:avLst/>
          </a:prstGeom>
          <a:noFill/>
          <a:ln>
            <a:noFill/>
          </a:ln>
        </p:spPr>
      </p:pic>
      <p:sp>
        <p:nvSpPr>
          <p:cNvPr id="414" name="Google Shape;414;p38"/>
          <p:cNvSpPr txBox="1"/>
          <p:nvPr/>
        </p:nvSpPr>
        <p:spPr>
          <a:xfrm>
            <a:off x="357158" y="1428736"/>
            <a:ext cx="7643866"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entury Gothic"/>
              <a:ea typeface="Century Gothic"/>
              <a:cs typeface="Century Gothic"/>
              <a:sym typeface="Century Gothic"/>
            </a:endParaRPr>
          </a:p>
        </p:txBody>
      </p:sp>
      <p:sp>
        <p:nvSpPr>
          <p:cNvPr id="415" name="Google Shape;415;p38"/>
          <p:cNvSpPr txBox="1"/>
          <p:nvPr/>
        </p:nvSpPr>
        <p:spPr>
          <a:xfrm>
            <a:off x="285720" y="1428736"/>
            <a:ext cx="8286808" cy="110799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1" u="none" strike="noStrike" cap="none">
                <a:solidFill>
                  <a:schemeClr val="dk1"/>
                </a:solidFill>
                <a:latin typeface="Century Gothic"/>
                <a:ea typeface="Century Gothic"/>
                <a:cs typeface="Century Gothic"/>
                <a:sym typeface="Century Gothic"/>
              </a:rPr>
              <a:t>Un părinte se prezintă la psiholog, invocând faptul că adolescentul său este agresiv la școală.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entury Gothic"/>
              <a:ea typeface="Century Gothic"/>
              <a:cs typeface="Century Gothic"/>
              <a:sym typeface="Century Gothic"/>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419"/>
        <p:cNvGrpSpPr/>
        <p:nvPr/>
      </p:nvGrpSpPr>
      <p:grpSpPr>
        <a:xfrm>
          <a:off x="0" y="0"/>
          <a:ext cx="0" cy="0"/>
          <a:chOff x="0" y="0"/>
          <a:chExt cx="0" cy="0"/>
        </a:xfrm>
      </p:grpSpPr>
      <p:sp>
        <p:nvSpPr>
          <p:cNvPr id="420" name="Google Shape;420;p39"/>
          <p:cNvSpPr txBox="1">
            <a:spLocks noGrp="1"/>
          </p:cNvSpPr>
          <p:nvPr>
            <p:ph type="title"/>
          </p:nvPr>
        </p:nvSpPr>
        <p:spPr>
          <a:xfrm>
            <a:off x="1945201" y="624110"/>
            <a:ext cx="6589199" cy="128089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Clr>
                <a:srgbClr val="892C1C"/>
              </a:buClr>
              <a:buSzPts val="3600"/>
              <a:buFont typeface="Calibri"/>
              <a:buNone/>
            </a:pPr>
            <a:r>
              <a:rPr lang="en-US" b="1">
                <a:solidFill>
                  <a:srgbClr val="892C1C"/>
                </a:solidFill>
                <a:latin typeface="Calibri"/>
                <a:ea typeface="Calibri"/>
                <a:cs typeface="Calibri"/>
                <a:sym typeface="Calibri"/>
              </a:rPr>
              <a:t>Referințe:</a:t>
            </a:r>
            <a:endParaRPr/>
          </a:p>
        </p:txBody>
      </p:sp>
      <p:sp>
        <p:nvSpPr>
          <p:cNvPr id="421" name="Google Shape;421;p39"/>
          <p:cNvSpPr txBox="1">
            <a:spLocks noGrp="1"/>
          </p:cNvSpPr>
          <p:nvPr>
            <p:ph type="body" idx="1"/>
          </p:nvPr>
        </p:nvSpPr>
        <p:spPr>
          <a:xfrm>
            <a:off x="1942415" y="2133600"/>
            <a:ext cx="6591985" cy="3777622"/>
          </a:xfrm>
          <a:prstGeom prst="rect">
            <a:avLst/>
          </a:prstGeom>
          <a:noFill/>
          <a:ln>
            <a:noFill/>
          </a:ln>
        </p:spPr>
        <p:txBody>
          <a:bodyPr spcFirstLastPara="1" wrap="square" lIns="91425" tIns="45700" rIns="91425" bIns="45700" anchor="t" anchorCtr="0">
            <a:normAutofit/>
          </a:bodyPr>
          <a:lstStyle/>
          <a:p>
            <a:pPr marL="342900" lvl="0" indent="-342900" algn="l" rtl="0">
              <a:lnSpc>
                <a:spcPct val="100000"/>
              </a:lnSpc>
              <a:spcBef>
                <a:spcPts val="0"/>
              </a:spcBef>
              <a:spcAft>
                <a:spcPts val="0"/>
              </a:spcAft>
              <a:buSzPts val="1800"/>
              <a:buChar char="?"/>
            </a:pPr>
            <a:r>
              <a:rPr lang="en-US"/>
              <a:t>Babbie E. (1998). </a:t>
            </a:r>
            <a:r>
              <a:rPr lang="en-US" i="1"/>
              <a:t>The Practice of Social Research 98th Edition)</a:t>
            </a:r>
            <a:r>
              <a:rPr lang="en-US"/>
              <a:t>. Wadsworth Thomson. London. </a:t>
            </a:r>
            <a:endParaRPr/>
          </a:p>
          <a:p>
            <a:pPr marL="342900" lvl="0" indent="-342900" algn="l" rtl="0">
              <a:lnSpc>
                <a:spcPct val="100000"/>
              </a:lnSpc>
              <a:spcBef>
                <a:spcPts val="1000"/>
              </a:spcBef>
              <a:spcAft>
                <a:spcPts val="0"/>
              </a:spcAft>
              <a:buSzPts val="1800"/>
              <a:buChar char="?"/>
            </a:pPr>
            <a:r>
              <a:rPr lang="en-US"/>
              <a:t>Kuhn, T. S. (1970) </a:t>
            </a:r>
            <a:r>
              <a:rPr lang="en-US" i="1"/>
              <a:t>The Structure of Scientific Revolutions </a:t>
            </a:r>
            <a:r>
              <a:rPr lang="en-US"/>
              <a:t>(2nd Edition) University of Chicago Press. Section V, pp. 43-51</a:t>
            </a:r>
            <a:endParaRPr/>
          </a:p>
          <a:p>
            <a:pPr marL="342900" lvl="0" indent="-342900" algn="l" rtl="0">
              <a:lnSpc>
                <a:spcPct val="100000"/>
              </a:lnSpc>
              <a:spcBef>
                <a:spcPts val="1000"/>
              </a:spcBef>
              <a:spcAft>
                <a:spcPts val="0"/>
              </a:spcAft>
              <a:buSzPts val="1800"/>
              <a:buChar char="?"/>
            </a:pPr>
            <a:r>
              <a:rPr lang="en-US"/>
              <a:t>Hiles, D. (2001). Rethinking paradigms of research in psychology. Lecture Series, Brno. </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425"/>
        <p:cNvGrpSpPr/>
        <p:nvPr/>
      </p:nvGrpSpPr>
      <p:grpSpPr>
        <a:xfrm>
          <a:off x="0" y="0"/>
          <a:ext cx="0" cy="0"/>
          <a:chOff x="0" y="0"/>
          <a:chExt cx="0" cy="0"/>
        </a:xfrm>
      </p:grpSpPr>
      <p:sp>
        <p:nvSpPr>
          <p:cNvPr id="426" name="Google Shape;426;p40"/>
          <p:cNvSpPr txBox="1">
            <a:spLocks noGrp="1"/>
          </p:cNvSpPr>
          <p:nvPr>
            <p:ph type="title"/>
          </p:nvPr>
        </p:nvSpPr>
        <p:spPr>
          <a:xfrm>
            <a:off x="1945201" y="624110"/>
            <a:ext cx="6589199" cy="128089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Clr>
                <a:srgbClr val="892C1C"/>
              </a:buClr>
              <a:buSzPts val="3600"/>
              <a:buFont typeface="Calibri"/>
              <a:buNone/>
            </a:pPr>
            <a:r>
              <a:rPr lang="en-US" b="1">
                <a:solidFill>
                  <a:srgbClr val="892C1C"/>
                </a:solidFill>
                <a:latin typeface="Calibri"/>
                <a:ea typeface="Calibri"/>
                <a:cs typeface="Calibri"/>
                <a:sym typeface="Calibri"/>
              </a:rPr>
              <a:t>Bibliografie obligatorie</a:t>
            </a:r>
            <a:endParaRPr b="1">
              <a:solidFill>
                <a:srgbClr val="892C1C"/>
              </a:solidFill>
              <a:latin typeface="Calibri"/>
              <a:ea typeface="Calibri"/>
              <a:cs typeface="Calibri"/>
              <a:sym typeface="Calibri"/>
            </a:endParaRPr>
          </a:p>
        </p:txBody>
      </p:sp>
      <p:sp>
        <p:nvSpPr>
          <p:cNvPr id="427" name="Google Shape;427;p40"/>
          <p:cNvSpPr txBox="1">
            <a:spLocks noGrp="1"/>
          </p:cNvSpPr>
          <p:nvPr>
            <p:ph type="body" idx="1"/>
          </p:nvPr>
        </p:nvSpPr>
        <p:spPr>
          <a:xfrm>
            <a:off x="1942415" y="2133600"/>
            <a:ext cx="6591985" cy="3777622"/>
          </a:xfrm>
          <a:prstGeom prst="rect">
            <a:avLst/>
          </a:prstGeom>
          <a:noFill/>
          <a:ln>
            <a:noFill/>
          </a:ln>
        </p:spPr>
        <p:txBody>
          <a:bodyPr spcFirstLastPara="1" wrap="square" lIns="91425" tIns="45700" rIns="91425" bIns="45700" anchor="t" anchorCtr="0">
            <a:normAutofit/>
          </a:bodyPr>
          <a:lstStyle/>
          <a:p>
            <a:pPr marL="342900" lvl="0" indent="-342900" algn="l" rtl="0">
              <a:lnSpc>
                <a:spcPct val="100000"/>
              </a:lnSpc>
              <a:spcBef>
                <a:spcPts val="0"/>
              </a:spcBef>
              <a:spcAft>
                <a:spcPts val="0"/>
              </a:spcAft>
              <a:buSzPts val="1800"/>
              <a:buChar char="?"/>
            </a:pPr>
            <a:r>
              <a:rPr lang="en-US"/>
              <a:t>Hiles, D. (2001). Rethinking paradigms of research in psychology. Lecture Series, Brno. </a:t>
            </a:r>
            <a:endParaRPr/>
          </a:p>
          <a:p>
            <a:pPr marL="342900" lvl="0" indent="-342900" algn="l" rtl="0">
              <a:lnSpc>
                <a:spcPct val="100000"/>
              </a:lnSpc>
              <a:spcBef>
                <a:spcPts val="1000"/>
              </a:spcBef>
              <a:spcAft>
                <a:spcPts val="0"/>
              </a:spcAft>
              <a:buSzPts val="1800"/>
              <a:buChar char="?"/>
            </a:pPr>
            <a:r>
              <a:rPr lang="en-US"/>
              <a:t>Pp. 23-34, de la Paradigm on inquiry pagina 23 jos, până la pagina 34.</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431"/>
        <p:cNvGrpSpPr/>
        <p:nvPr/>
      </p:nvGrpSpPr>
      <p:grpSpPr>
        <a:xfrm>
          <a:off x="0" y="0"/>
          <a:ext cx="0" cy="0"/>
          <a:chOff x="0" y="0"/>
          <a:chExt cx="0" cy="0"/>
        </a:xfrm>
      </p:grpSpPr>
      <p:sp>
        <p:nvSpPr>
          <p:cNvPr id="432" name="Google Shape;432;p41"/>
          <p:cNvSpPr txBox="1">
            <a:spLocks noGrp="1"/>
          </p:cNvSpPr>
          <p:nvPr>
            <p:ph type="title"/>
          </p:nvPr>
        </p:nvSpPr>
        <p:spPr>
          <a:xfrm>
            <a:off x="1945201" y="624110"/>
            <a:ext cx="6589199" cy="128089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Clr>
                <a:srgbClr val="262626"/>
              </a:buClr>
              <a:buSzPts val="3600"/>
              <a:buFont typeface="Century Gothic"/>
              <a:buNone/>
            </a:pPr>
            <a:r>
              <a:rPr lang="en-US"/>
              <a:t>Materiale facultative</a:t>
            </a:r>
            <a:endParaRPr/>
          </a:p>
        </p:txBody>
      </p:sp>
      <p:sp>
        <p:nvSpPr>
          <p:cNvPr id="433" name="Google Shape;433;p41"/>
          <p:cNvSpPr txBox="1">
            <a:spLocks noGrp="1"/>
          </p:cNvSpPr>
          <p:nvPr>
            <p:ph type="body" idx="1"/>
          </p:nvPr>
        </p:nvSpPr>
        <p:spPr>
          <a:xfrm>
            <a:off x="1942415" y="2133600"/>
            <a:ext cx="6591985" cy="3777622"/>
          </a:xfrm>
          <a:prstGeom prst="rect">
            <a:avLst/>
          </a:prstGeom>
          <a:noFill/>
          <a:ln>
            <a:noFill/>
          </a:ln>
        </p:spPr>
        <p:txBody>
          <a:bodyPr spcFirstLastPara="1" wrap="square" lIns="91425" tIns="45700" rIns="91425" bIns="45700" anchor="t" anchorCtr="0">
            <a:normAutofit/>
          </a:bodyPr>
          <a:lstStyle/>
          <a:p>
            <a:pPr marL="395478" lvl="0" indent="-285750" algn="l" rtl="0">
              <a:lnSpc>
                <a:spcPct val="100000"/>
              </a:lnSpc>
              <a:spcBef>
                <a:spcPts val="0"/>
              </a:spcBef>
              <a:spcAft>
                <a:spcPts val="0"/>
              </a:spcAft>
              <a:buSzPts val="1600"/>
              <a:buChar char="?"/>
            </a:pPr>
            <a:r>
              <a:rPr lang="en-US" sz="1600" u="sng">
                <a:solidFill>
                  <a:schemeClr val="hlink"/>
                </a:solidFill>
                <a:latin typeface="Calibri"/>
                <a:ea typeface="Calibri"/>
                <a:cs typeface="Calibri"/>
                <a:sym typeface="Calibri"/>
                <a:hlinkClick r:id="rId3"/>
              </a:rPr>
              <a:t>Aldous Huxley</a:t>
            </a:r>
            <a:r>
              <a:rPr lang="en-US" sz="1600" u="sng">
                <a:latin typeface="Calibri"/>
                <a:ea typeface="Calibri"/>
                <a:cs typeface="Calibri"/>
                <a:sym typeface="Calibri"/>
              </a:rPr>
              <a:t>: Minunata lume noua</a:t>
            </a:r>
            <a:endParaRPr sz="1600" u="sng">
              <a:latin typeface="Calibri"/>
              <a:ea typeface="Calibri"/>
              <a:cs typeface="Calibri"/>
              <a:sym typeface="Calibri"/>
            </a:endParaRPr>
          </a:p>
          <a:p>
            <a:pPr marL="395478" lvl="0" indent="-285750" algn="l" rtl="0">
              <a:lnSpc>
                <a:spcPct val="100000"/>
              </a:lnSpc>
              <a:spcBef>
                <a:spcPts val="1000"/>
              </a:spcBef>
              <a:spcAft>
                <a:spcPts val="0"/>
              </a:spcAft>
              <a:buSzPts val="1600"/>
              <a:buChar char="?"/>
            </a:pPr>
            <a:r>
              <a:rPr lang="en-US" sz="1600" u="sng">
                <a:latin typeface="Calibri"/>
                <a:ea typeface="Calibri"/>
                <a:cs typeface="Calibri"/>
                <a:sym typeface="Calibri"/>
              </a:rPr>
              <a:t>Carl Rogers: A deveni o persoana</a:t>
            </a:r>
            <a:endParaRPr sz="1600" u="sng">
              <a:latin typeface="Calibri"/>
              <a:ea typeface="Calibri"/>
              <a:cs typeface="Calibri"/>
              <a:sym typeface="Calibri"/>
            </a:endParaRPr>
          </a:p>
          <a:p>
            <a:pPr marL="395478" lvl="0" indent="-184150" algn="l" rtl="0">
              <a:lnSpc>
                <a:spcPct val="100000"/>
              </a:lnSpc>
              <a:spcBef>
                <a:spcPts val="1000"/>
              </a:spcBef>
              <a:spcAft>
                <a:spcPts val="0"/>
              </a:spcAft>
              <a:buSzPts val="1600"/>
              <a:buNone/>
            </a:pPr>
            <a:endParaRPr sz="1600">
              <a:latin typeface="Calibri"/>
              <a:ea typeface="Calibri"/>
              <a:cs typeface="Calibri"/>
              <a:sym typeface="Calibri"/>
            </a:endParaRPr>
          </a:p>
          <a:p>
            <a:pPr marL="395478" lvl="0" indent="-285750" algn="l" rtl="0">
              <a:lnSpc>
                <a:spcPct val="100000"/>
              </a:lnSpc>
              <a:spcBef>
                <a:spcPts val="1000"/>
              </a:spcBef>
              <a:spcAft>
                <a:spcPts val="0"/>
              </a:spcAft>
              <a:buSzPts val="1600"/>
              <a:buChar char="?"/>
            </a:pPr>
            <a:r>
              <a:rPr lang="en-US" sz="1600" u="sng">
                <a:solidFill>
                  <a:schemeClr val="hlink"/>
                </a:solidFill>
                <a:latin typeface="Calibri"/>
                <a:ea typeface="Calibri"/>
                <a:cs typeface="Calibri"/>
                <a:sym typeface="Calibri"/>
                <a:hlinkClick r:id="rId4"/>
              </a:rPr>
              <a:t>https://www.simplypsychology.org/research-methods.html</a:t>
            </a:r>
            <a:endParaRPr sz="1600">
              <a:latin typeface="Calibri"/>
              <a:ea typeface="Calibri"/>
              <a:cs typeface="Calibri"/>
              <a:sym typeface="Calibri"/>
            </a:endParaRPr>
          </a:p>
          <a:p>
            <a:pPr marL="395478" lvl="0" indent="-285750" algn="l" rtl="0">
              <a:lnSpc>
                <a:spcPct val="100000"/>
              </a:lnSpc>
              <a:spcBef>
                <a:spcPts val="1000"/>
              </a:spcBef>
              <a:spcAft>
                <a:spcPts val="0"/>
              </a:spcAft>
              <a:buSzPts val="1600"/>
              <a:buChar char="?"/>
            </a:pPr>
            <a:r>
              <a:rPr lang="en-US" sz="1600" u="sng">
                <a:solidFill>
                  <a:schemeClr val="hlink"/>
                </a:solidFill>
                <a:latin typeface="Calibri"/>
                <a:ea typeface="Calibri"/>
                <a:cs typeface="Calibri"/>
                <a:sym typeface="Calibri"/>
                <a:hlinkClick r:id="rId5"/>
              </a:rPr>
              <a:t>https://www.bestdegreeprograms.org/lists/5-research-methods-used-in-psychology/#final-thoughts-on-psychology-research-methods</a:t>
            </a:r>
            <a:endParaRPr sz="1600">
              <a:latin typeface="Calibri"/>
              <a:ea typeface="Calibri"/>
              <a:cs typeface="Calibri"/>
              <a:sym typeface="Calibri"/>
            </a:endParaRPr>
          </a:p>
          <a:p>
            <a:pPr marL="395478" lvl="0" indent="-285750" algn="l" rtl="0">
              <a:lnSpc>
                <a:spcPct val="100000"/>
              </a:lnSpc>
              <a:spcBef>
                <a:spcPts val="1000"/>
              </a:spcBef>
              <a:spcAft>
                <a:spcPts val="0"/>
              </a:spcAft>
              <a:buSzPts val="1600"/>
              <a:buChar char="?"/>
            </a:pPr>
            <a:r>
              <a:rPr lang="en-US" sz="1600" u="sng">
                <a:solidFill>
                  <a:schemeClr val="hlink"/>
                </a:solidFill>
                <a:latin typeface="Calibri"/>
                <a:ea typeface="Calibri"/>
                <a:cs typeface="Calibri"/>
                <a:sym typeface="Calibri"/>
                <a:hlinkClick r:id="rId6"/>
              </a:rPr>
              <a:t>https://www.verywellmind.com/introduction-to-research-methods-2795793</a:t>
            </a:r>
            <a:endParaRPr sz="1600">
              <a:latin typeface="Calibri"/>
              <a:ea typeface="Calibri"/>
              <a:cs typeface="Calibri"/>
              <a:sym typeface="Calibri"/>
            </a:endParaRPr>
          </a:p>
          <a:p>
            <a:pPr marL="395478" lvl="0" indent="-285750" algn="l" rtl="0">
              <a:lnSpc>
                <a:spcPct val="100000"/>
              </a:lnSpc>
              <a:spcBef>
                <a:spcPts val="1000"/>
              </a:spcBef>
              <a:spcAft>
                <a:spcPts val="0"/>
              </a:spcAft>
              <a:buSzPts val="1600"/>
              <a:buChar char="?"/>
            </a:pPr>
            <a:r>
              <a:rPr lang="en-US" sz="1600" u="sng">
                <a:solidFill>
                  <a:schemeClr val="hlink"/>
                </a:solidFill>
                <a:latin typeface="Calibri"/>
                <a:ea typeface="Calibri"/>
                <a:cs typeface="Calibri"/>
                <a:sym typeface="Calibri"/>
                <a:hlinkClick r:id="rId7"/>
              </a:rPr>
              <a:t>https://www.youtube.com/watch?v=Sx67_okMkpA</a:t>
            </a:r>
            <a:endParaRPr sz="1600">
              <a:latin typeface="Calibri"/>
              <a:ea typeface="Calibri"/>
              <a:cs typeface="Calibri"/>
              <a:sym typeface="Calibri"/>
            </a:endParaRPr>
          </a:p>
          <a:p>
            <a:pPr marL="109728" lvl="0" indent="0" algn="l" rtl="0">
              <a:lnSpc>
                <a:spcPct val="100000"/>
              </a:lnSpc>
              <a:spcBef>
                <a:spcPts val="1000"/>
              </a:spcBef>
              <a:spcAft>
                <a:spcPts val="0"/>
              </a:spcAft>
              <a:buSzPts val="1600"/>
              <a:buNone/>
            </a:pPr>
            <a:endParaRPr sz="1600">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Wisp">
  <a:themeElements>
    <a:clrScheme name="Wisp">
      <a:dk1>
        <a:srgbClr val="000000"/>
      </a:dk1>
      <a:lt1>
        <a:srgbClr val="FFFFFF"/>
      </a:lt1>
      <a:dk2>
        <a:srgbClr val="647252"/>
      </a:dk2>
      <a:lt2>
        <a:srgbClr val="EAE8CF"/>
      </a:lt2>
      <a:accent1>
        <a:srgbClr val="E78712"/>
      </a:accent1>
      <a:accent2>
        <a:srgbClr val="B73C26"/>
      </a:accent2>
      <a:accent3>
        <a:srgbClr val="865331"/>
      </a:accent3>
      <a:accent4>
        <a:srgbClr val="B38648"/>
      </a:accent4>
      <a:accent5>
        <a:srgbClr val="BBB473"/>
      </a:accent5>
      <a:accent6>
        <a:srgbClr val="849276"/>
      </a:accent6>
      <a:hlink>
        <a:srgbClr val="FDAB2A"/>
      </a:hlink>
      <a:folHlink>
        <a:srgbClr val="CCB18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904CC3ACF4D0747AA1FE12D19DCF021" ma:contentTypeVersion="3" ma:contentTypeDescription="Create a new document." ma:contentTypeScope="" ma:versionID="37c534766e0945d81383089c26a8d6cf">
  <xsd:schema xmlns:xsd="http://www.w3.org/2001/XMLSchema" xmlns:xs="http://www.w3.org/2001/XMLSchema" xmlns:p="http://schemas.microsoft.com/office/2006/metadata/properties" xmlns:ns2="fa0e77c9-1a0d-4ee8-b1f5-4ac48c790630" targetNamespace="http://schemas.microsoft.com/office/2006/metadata/properties" ma:root="true" ma:fieldsID="86664ca69a0e95804161efb34fc7a474" ns2:_="">
    <xsd:import namespace="fa0e77c9-1a0d-4ee8-b1f5-4ac48c790630"/>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a0e77c9-1a0d-4ee8-b1f5-4ac48c79063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AFDF56FA-3A4E-463A-9A52-473C585A37FE}">
  <ds:schemaRefs>
    <ds:schemaRef ds:uri="fa0e77c9-1a0d-4ee8-b1f5-4ac48c79063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04E02CD2-EE30-4FF1-8D87-270EEF3A0CC4}">
  <ds:schemaRefs>
    <ds:schemaRef ds:uri="http://schemas.microsoft.com/sharepoint/v3/contenttype/forms"/>
  </ds:schemaRefs>
</ds:datastoreItem>
</file>

<file path=customXml/itemProps3.xml><?xml version="1.0" encoding="utf-8"?>
<ds:datastoreItem xmlns:ds="http://schemas.openxmlformats.org/officeDocument/2006/customXml" ds:itemID="{7E9119CB-1F62-461D-9124-1F2AD70D6EA1}">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On-screen Show (4:3)</PresentationFormat>
  <Slides>39</Slides>
  <Notes>39</Notes>
  <HiddenSlides>0</HiddenSlides>
  <ScaleCrop>false</ScaleCrop>
  <HeadingPairs>
    <vt:vector size="4" baseType="variant">
      <vt:variant>
        <vt:lpstr>Theme</vt:lpstr>
      </vt:variant>
      <vt:variant>
        <vt:i4>1</vt:i4>
      </vt:variant>
      <vt:variant>
        <vt:lpstr>Slide Titles</vt:lpstr>
      </vt:variant>
      <vt:variant>
        <vt:i4>39</vt:i4>
      </vt:variant>
    </vt:vector>
  </HeadingPairs>
  <TitlesOfParts>
    <vt:vector size="40" baseType="lpstr">
      <vt:lpstr>Wisp</vt:lpstr>
      <vt:lpstr> Paradigmele din psihologie:  abordări contemporane</vt:lpstr>
      <vt:lpstr>Concepte-cheie</vt:lpstr>
      <vt:lpstr>Ce este o paradigmă?</vt:lpstr>
      <vt:lpstr>Ce este o paradigmă?</vt:lpstr>
      <vt:lpstr>PowerPoint Presentation</vt:lpstr>
      <vt:lpstr>Potrivit APA, toate sunt recunoscute.  Perspectiva biologică și evoluționistă este inclusă în toate abordările contemporane.  Perspectiva socio-culturală este de asemenea, inclusă în toate abordările contemporane.  Paradigmele în psihologie sunt complementare.</vt:lpstr>
      <vt:lpstr>Paradigma Biologică – pe scurt</vt:lpstr>
      <vt:lpstr>Paradigma Biologică</vt:lpstr>
      <vt:lpstr>Paradigma Biologică</vt:lpstr>
      <vt:lpstr>Paradigma Socio–Culturală – pe scurt</vt:lpstr>
      <vt:lpstr>Paradigma social culturală</vt:lpstr>
      <vt:lpstr>Scurtă istorie</vt:lpstr>
      <vt:lpstr>A început cu Freud </vt:lpstr>
      <vt:lpstr>Psihanaliza lui Freud</vt:lpstr>
      <vt:lpstr>Psihanaliză vs. psihodinamic</vt:lpstr>
      <vt:lpstr>De la Freud încoace</vt:lpstr>
      <vt:lpstr>Paradigma Comportamentală</vt:lpstr>
      <vt:lpstr>Paradigma comportamentală</vt:lpstr>
      <vt:lpstr>Paradigma Comportamentală </vt:lpstr>
      <vt:lpstr>PowerPoint Presentation</vt:lpstr>
      <vt:lpstr>Paradigma Umanistă</vt:lpstr>
      <vt:lpstr>Ceea ce eu sunt, este suficient de bine dacă îmi permit să fiu eu însumi, deschis. – Rogers  Paradoxul curios este că atunci când mă accept așa cum sunt, pot să mă schimb. - Rogers  Oamenii sunt la fel de minunați ca apusul de soare, dacă le permiți să fie. Când mă uit la un apus, nu mă surprind spunând: Diminuează portocaliul puțin, în colțul din stânga. Eu nu controlez un apus de soare. Eu mă uit cu admirație la cum acesta se manifestă.- Rogers </vt:lpstr>
      <vt:lpstr>Paradigma Umanistă</vt:lpstr>
      <vt:lpstr>PowerPoint Presentation</vt:lpstr>
      <vt:lpstr>De la Maslow și Rogers încoace</vt:lpstr>
      <vt:lpstr>Paradigma cognitivă</vt:lpstr>
      <vt:lpstr>Paradigma cognitivă</vt:lpstr>
      <vt:lpstr>Paradigma Cognitivă</vt:lpstr>
      <vt:lpstr>Paradigma Cognitivă</vt:lpstr>
      <vt:lpstr>Activitate</vt:lpstr>
      <vt:lpstr>PowerPoint Presentation</vt:lpstr>
      <vt:lpstr>Paradigme</vt:lpstr>
      <vt:lpstr>Activitate</vt:lpstr>
      <vt:lpstr>Video</vt:lpstr>
      <vt:lpstr>Discuții</vt:lpstr>
      <vt:lpstr>Sarcina facultativă</vt:lpstr>
      <vt:lpstr>Referințe:</vt:lpstr>
      <vt:lpstr>Bibliografie obligatorie</vt:lpstr>
      <vt:lpstr>Materiale facultative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Dana</dc:creator>
  <cp:revision>2</cp:revision>
  <dcterms:created xsi:type="dcterms:W3CDTF">2012-10-01T17:37:28Z</dcterms:created>
  <dcterms:modified xsi:type="dcterms:W3CDTF">2026-01-29T23:53:27Z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0x0101008904CC3ACF4D0747AA1FE12D19DCF021</vt:lpwstr>
  </property>
</Properties>
</file>